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97" d="100"/>
          <a:sy n="97" d="100"/>
        </p:scale>
        <p:origin x="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3A1A-DC10-33D3-E729-14F65CE85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C1F66-6882-CD42-60D2-474A9E0B6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B28D6-3A46-466D-D2EF-333F559B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6AAB0-E507-8181-DD82-130BD736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1F796-09A8-503D-AF76-F7E82D0C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8B65-FF91-AB95-ACEA-B4DE080A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60637-CAE6-C424-5CBB-BC48E3F79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678CD-1985-75D2-AEB5-ACB8A516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7081-F15D-5FC8-B9EA-B7E2D228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D4EC0-6B5E-95D8-3875-A8B85DFB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2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54D9-113B-C836-3F0D-CD4EDFFEE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4C532-21A8-3AF8-48AD-DE319DF32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DFBDA-FD62-21CE-3CCE-3B846599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31F97-1AB1-A927-837A-AC9C4772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FAE01-12AF-1023-2857-DDDA40DD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8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1BEA8-6BCB-D6F8-AA06-1219347BD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81A0-E4C6-9AAC-7967-4E0DFBD37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976E2-E734-76A2-D3CF-199D4C417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31D87-5E24-A312-74B3-F7E5C40E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7047C-6BE5-7EA6-4767-78FA53183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548A6-4C93-BFC3-5099-F3867452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8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E4BE-FBB3-F4AD-F266-3D60423A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9AEF2-AA5E-85C1-8856-DF6D0BB2A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BAF8B-EA63-B81D-C0AE-63F13AF17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081AF-2850-5860-CDDE-C7ECE9AF0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5947F-17AA-07E8-588F-C7AD257B0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F1EB4B-1621-64BC-2C5E-E49F4CFBE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E5695-87F6-C677-5A02-C80294C3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D01DB-7776-A095-4A09-20AE0881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4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6199-AE7B-F172-F421-8112BFBA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3BF0E-8F14-9147-2613-D85C8AA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9DEED-9333-3279-501B-6007C849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71C09-4D2D-0895-A695-38A5FB18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ADFE0-9559-2B9D-1EBC-60748043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414A7-BBF5-6302-6A55-83898108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6B11F-2682-AA21-99E9-9EFFE93E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4514-215C-17C2-EE55-7D4A0A84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9D84B-60F2-8F0C-0D5D-9B83B79D1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18497-DA3C-DDF7-68A4-D7D6504D4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4DA6A-F7B5-D26D-0E96-94239E06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61E24-82AD-63EF-0D57-D773274E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8C344-6B65-9F6D-535A-4BE7D511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07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BBB6-744D-E6DC-D53D-74FB1195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D3FF2-EF81-EC7D-1B0C-00C22EDD0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21939-C4B3-4003-1962-255A6B224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F2A2B-864B-C825-0515-7E40EC507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1DDA2-5AAF-A7B1-15F7-2879A6766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F2F97-D22E-DD4C-B495-9CF218CD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9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0B95-1C51-47A4-0B3E-7C699362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FF624-BE78-AB34-4326-803EDD5FA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CED4D-E1D1-C67C-77D8-EDEDFB77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62342-F8E1-85C6-4109-36DD2166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0EDC3-4A4E-29A0-6705-A481AA6B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9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73150A-29BA-868B-65EB-F30FA9DC4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92605-5907-E309-D01D-18776F6F4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1D36E-0202-BC59-B8CD-130F2B31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3EFAD-083F-ADA2-307A-8056969B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6681-F4D7-BF16-CC64-A6842C76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6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9C2E05-D968-BAE3-6236-AA584551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A08BB-1B10-3F32-61BF-D39462B30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04D0B-25AC-6347-16A6-7037D883E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03651-575C-4684-8C14-EF5A4D04ED1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A32C5-7745-F0C5-9A2F-229589F33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50245-4542-9C05-EAB0-7CF732E3A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F5049-E820-4CD1-8747-415485E31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5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B6818A2-C72F-1912-A203-74D5711A156D}"/>
              </a:ext>
            </a:extLst>
          </p:cNvPr>
          <p:cNvSpPr/>
          <p:nvPr/>
        </p:nvSpPr>
        <p:spPr>
          <a:xfrm>
            <a:off x="1596259" y="2337238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A389D3-819B-AD1D-9B6F-FBCD6E8F054A}"/>
              </a:ext>
            </a:extLst>
          </p:cNvPr>
          <p:cNvSpPr/>
          <p:nvPr/>
        </p:nvSpPr>
        <p:spPr>
          <a:xfrm>
            <a:off x="2094186" y="2337238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F729E3F-97D2-1379-33F6-1E318F7EB093}"/>
              </a:ext>
            </a:extLst>
          </p:cNvPr>
          <p:cNvSpPr/>
          <p:nvPr/>
        </p:nvSpPr>
        <p:spPr>
          <a:xfrm>
            <a:off x="2592113" y="2337238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D9EA42-3258-78FA-6AE6-A867D8A5A1BE}"/>
              </a:ext>
            </a:extLst>
          </p:cNvPr>
          <p:cNvSpPr/>
          <p:nvPr/>
        </p:nvSpPr>
        <p:spPr>
          <a:xfrm>
            <a:off x="3090040" y="2337238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35F147-B766-DB0C-215D-0E7D0576A7D9}"/>
              </a:ext>
            </a:extLst>
          </p:cNvPr>
          <p:cNvSpPr/>
          <p:nvPr/>
        </p:nvSpPr>
        <p:spPr>
          <a:xfrm>
            <a:off x="1596259" y="1847193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CFCCCF-496E-CDF3-0E71-72E03BFB7149}"/>
              </a:ext>
            </a:extLst>
          </p:cNvPr>
          <p:cNvSpPr/>
          <p:nvPr/>
        </p:nvSpPr>
        <p:spPr>
          <a:xfrm>
            <a:off x="2094186" y="1847193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87A249-79C6-4C39-C0B9-E0E7329A67B0}"/>
              </a:ext>
            </a:extLst>
          </p:cNvPr>
          <p:cNvSpPr/>
          <p:nvPr/>
        </p:nvSpPr>
        <p:spPr>
          <a:xfrm>
            <a:off x="2592113" y="1847193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9B4E43-25F3-8A91-CF8F-A08278F39AAD}"/>
              </a:ext>
            </a:extLst>
          </p:cNvPr>
          <p:cNvSpPr/>
          <p:nvPr/>
        </p:nvSpPr>
        <p:spPr>
          <a:xfrm>
            <a:off x="3090040" y="1847193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D53D0FD-742B-D9C5-B0EC-65495ADD8807}"/>
              </a:ext>
            </a:extLst>
          </p:cNvPr>
          <p:cNvSpPr/>
          <p:nvPr/>
        </p:nvSpPr>
        <p:spPr>
          <a:xfrm>
            <a:off x="1596259" y="1357148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918F08-8C34-280F-7683-4B373CD0F419}"/>
              </a:ext>
            </a:extLst>
          </p:cNvPr>
          <p:cNvSpPr/>
          <p:nvPr/>
        </p:nvSpPr>
        <p:spPr>
          <a:xfrm>
            <a:off x="2094186" y="1357148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D7D669-2F2C-2ED2-0F59-A1D288168072}"/>
              </a:ext>
            </a:extLst>
          </p:cNvPr>
          <p:cNvSpPr/>
          <p:nvPr/>
        </p:nvSpPr>
        <p:spPr>
          <a:xfrm>
            <a:off x="2592113" y="1357148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127BA4-5F6F-E1FA-0ADA-DD9C7B85ED1A}"/>
              </a:ext>
            </a:extLst>
          </p:cNvPr>
          <p:cNvSpPr/>
          <p:nvPr/>
        </p:nvSpPr>
        <p:spPr>
          <a:xfrm>
            <a:off x="3090040" y="1357148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CA4AEA-5FA0-FEE4-FD15-CCA38B3F62E6}"/>
              </a:ext>
            </a:extLst>
          </p:cNvPr>
          <p:cNvSpPr/>
          <p:nvPr/>
        </p:nvSpPr>
        <p:spPr>
          <a:xfrm>
            <a:off x="1596259" y="867103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309FF98-B18B-5869-FBFE-8652B8BF69AF}"/>
              </a:ext>
            </a:extLst>
          </p:cNvPr>
          <p:cNvSpPr/>
          <p:nvPr/>
        </p:nvSpPr>
        <p:spPr>
          <a:xfrm>
            <a:off x="2094186" y="867103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E53DA03-7589-37C1-52B5-F2FA57884413}"/>
              </a:ext>
            </a:extLst>
          </p:cNvPr>
          <p:cNvSpPr/>
          <p:nvPr/>
        </p:nvSpPr>
        <p:spPr>
          <a:xfrm>
            <a:off x="2592113" y="867103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6CC66C-85F7-3119-D7D4-7C290AB77DDF}"/>
              </a:ext>
            </a:extLst>
          </p:cNvPr>
          <p:cNvSpPr/>
          <p:nvPr/>
        </p:nvSpPr>
        <p:spPr>
          <a:xfrm>
            <a:off x="3090040" y="867103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748D4B-1D18-11B8-64C7-C81CEC618C54}"/>
              </a:ext>
            </a:extLst>
          </p:cNvPr>
          <p:cNvCxnSpPr>
            <a:endCxn id="4" idx="2"/>
          </p:cNvCxnSpPr>
          <p:nvPr/>
        </p:nvCxnSpPr>
        <p:spPr>
          <a:xfrm flipV="1">
            <a:off x="1292772" y="2514600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2E41F6A-061B-8B87-966E-34BA9B8ABB6E}"/>
              </a:ext>
            </a:extLst>
          </p:cNvPr>
          <p:cNvCxnSpPr/>
          <p:nvPr/>
        </p:nvCxnSpPr>
        <p:spPr>
          <a:xfrm flipV="1">
            <a:off x="1388680" y="2603281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973AE0-4CE8-3E00-87AB-2DC4F89E36C0}"/>
              </a:ext>
            </a:extLst>
          </p:cNvPr>
          <p:cNvCxnSpPr>
            <a:endCxn id="4" idx="4"/>
          </p:cNvCxnSpPr>
          <p:nvPr/>
        </p:nvCxnSpPr>
        <p:spPr>
          <a:xfrm flipV="1">
            <a:off x="1789386" y="2691962"/>
            <a:ext cx="1" cy="35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E990DE6-7FB9-E4D3-44CA-B59763768B71}"/>
              </a:ext>
            </a:extLst>
          </p:cNvPr>
          <p:cNvSpPr txBox="1"/>
          <p:nvPr/>
        </p:nvSpPr>
        <p:spPr>
          <a:xfrm>
            <a:off x="1788075" y="2833852"/>
            <a:ext cx="84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Wt0,1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7C5CB8-3216-B27E-5F59-30B4731B749F}"/>
              </a:ext>
            </a:extLst>
          </p:cNvPr>
          <p:cNvCxnSpPr/>
          <p:nvPr/>
        </p:nvCxnSpPr>
        <p:spPr>
          <a:xfrm>
            <a:off x="3866493" y="1391306"/>
            <a:ext cx="18445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A39F11-5D00-E830-E6B7-7B0A29752A99}"/>
              </a:ext>
            </a:extLst>
          </p:cNvPr>
          <p:cNvCxnSpPr/>
          <p:nvPr/>
        </p:nvCxnSpPr>
        <p:spPr>
          <a:xfrm>
            <a:off x="3866493" y="1642241"/>
            <a:ext cx="18445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8F3E84B-F8AA-6E62-E8F3-FC9F39A4CD5A}"/>
              </a:ext>
            </a:extLst>
          </p:cNvPr>
          <p:cNvSpPr txBox="1"/>
          <p:nvPr/>
        </p:nvSpPr>
        <p:spPr>
          <a:xfrm>
            <a:off x="6042133" y="1139059"/>
            <a:ext cx="4595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Sum_ctrs_i</a:t>
            </a:r>
            <a:r>
              <a:rPr lang="en-US" dirty="0"/>
              <a:t> </a:t>
            </a:r>
            <a:r>
              <a:rPr lang="en-US" dirty="0" err="1"/>
              <a:t>activation_i</a:t>
            </a:r>
            <a:r>
              <a:rPr lang="en-US" dirty="0"/>
              <a:t>*wt0,i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D7377C-C762-17DB-D6A6-A95D0C99E45D}"/>
              </a:ext>
            </a:extLst>
          </p:cNvPr>
          <p:cNvSpPr txBox="1"/>
          <p:nvPr/>
        </p:nvSpPr>
        <p:spPr>
          <a:xfrm>
            <a:off x="6042133" y="1468821"/>
            <a:ext cx="35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Sum_ctrs_i</a:t>
            </a:r>
            <a:r>
              <a:rPr lang="en-US" dirty="0"/>
              <a:t> </a:t>
            </a:r>
            <a:r>
              <a:rPr lang="en-US" dirty="0" err="1"/>
              <a:t>activation_i</a:t>
            </a:r>
            <a:r>
              <a:rPr lang="en-US" dirty="0"/>
              <a:t>*wt1,i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5D500B-30A0-7735-DBF1-7E922202D112}"/>
              </a:ext>
            </a:extLst>
          </p:cNvPr>
          <p:cNvSpPr txBox="1"/>
          <p:nvPr/>
        </p:nvSpPr>
        <p:spPr>
          <a:xfrm>
            <a:off x="6096000" y="2337238"/>
            <a:ext cx="302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Activation_i</a:t>
            </a:r>
            <a:r>
              <a:rPr lang="en-US" dirty="0"/>
              <a:t> = 2d RBF</a:t>
            </a:r>
          </a:p>
        </p:txBody>
      </p:sp>
    </p:spTree>
    <p:extLst>
      <p:ext uri="{BB962C8B-B14F-4D97-AF65-F5344CB8AC3E}">
        <p14:creationId xmlns:p14="http://schemas.microsoft.com/office/powerpoint/2010/main" val="293830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68F3-5DEE-C727-483D-AECE9747E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090D1A32-D110-1090-3D46-3D404DAEF58C}"/>
              </a:ext>
            </a:extLst>
          </p:cNvPr>
          <p:cNvSpPr/>
          <p:nvPr/>
        </p:nvSpPr>
        <p:spPr>
          <a:xfrm>
            <a:off x="909146" y="210879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EB6DA3C-3FD1-E7B1-F751-FD1CE3C1D51B}"/>
              </a:ext>
            </a:extLst>
          </p:cNvPr>
          <p:cNvSpPr/>
          <p:nvPr/>
        </p:nvSpPr>
        <p:spPr>
          <a:xfrm>
            <a:off x="1407073" y="210879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EC549F-B62C-EE23-A1A4-44E11057D482}"/>
              </a:ext>
            </a:extLst>
          </p:cNvPr>
          <p:cNvSpPr/>
          <p:nvPr/>
        </p:nvSpPr>
        <p:spPr>
          <a:xfrm>
            <a:off x="1905000" y="210879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80CEFB8-5070-4F68-A1B5-702C4E5C1929}"/>
              </a:ext>
            </a:extLst>
          </p:cNvPr>
          <p:cNvSpPr/>
          <p:nvPr/>
        </p:nvSpPr>
        <p:spPr>
          <a:xfrm>
            <a:off x="2402927" y="210879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D20B264-E5DB-ACF0-D3F1-A74F833639D1}"/>
              </a:ext>
            </a:extLst>
          </p:cNvPr>
          <p:cNvSpPr/>
          <p:nvPr/>
        </p:nvSpPr>
        <p:spPr>
          <a:xfrm>
            <a:off x="909146" y="161875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3FEC484-C8F6-A8BE-04F8-02B65431EDD0}"/>
              </a:ext>
            </a:extLst>
          </p:cNvPr>
          <p:cNvSpPr/>
          <p:nvPr/>
        </p:nvSpPr>
        <p:spPr>
          <a:xfrm>
            <a:off x="1407073" y="161875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1FF5DC5-EB18-DB94-3AE2-0BBAE895909D}"/>
              </a:ext>
            </a:extLst>
          </p:cNvPr>
          <p:cNvSpPr/>
          <p:nvPr/>
        </p:nvSpPr>
        <p:spPr>
          <a:xfrm>
            <a:off x="1905000" y="161875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D1D1441-0F38-8782-7DB5-3886FD272556}"/>
              </a:ext>
            </a:extLst>
          </p:cNvPr>
          <p:cNvSpPr/>
          <p:nvPr/>
        </p:nvSpPr>
        <p:spPr>
          <a:xfrm>
            <a:off x="2402927" y="161875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D4CDA61-5B66-E891-5FCD-911D5D3A4374}"/>
              </a:ext>
            </a:extLst>
          </p:cNvPr>
          <p:cNvSpPr/>
          <p:nvPr/>
        </p:nvSpPr>
        <p:spPr>
          <a:xfrm>
            <a:off x="909146" y="112870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AA6A29-4C4F-378D-95BC-B145B2BCDC01}"/>
              </a:ext>
            </a:extLst>
          </p:cNvPr>
          <p:cNvSpPr/>
          <p:nvPr/>
        </p:nvSpPr>
        <p:spPr>
          <a:xfrm>
            <a:off x="1407073" y="112870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38F36A4-EA96-C75C-D392-80626D351E1F}"/>
              </a:ext>
            </a:extLst>
          </p:cNvPr>
          <p:cNvSpPr/>
          <p:nvPr/>
        </p:nvSpPr>
        <p:spPr>
          <a:xfrm>
            <a:off x="1905000" y="112870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8D7808-9B6F-4EC9-7588-C6F652167067}"/>
              </a:ext>
            </a:extLst>
          </p:cNvPr>
          <p:cNvSpPr/>
          <p:nvPr/>
        </p:nvSpPr>
        <p:spPr>
          <a:xfrm>
            <a:off x="2402927" y="112870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A1FE12D-451C-4447-CE08-40730C000ED7}"/>
              </a:ext>
            </a:extLst>
          </p:cNvPr>
          <p:cNvSpPr/>
          <p:nvPr/>
        </p:nvSpPr>
        <p:spPr>
          <a:xfrm>
            <a:off x="909146" y="63866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6BCAA70-D967-7A82-F419-43E2BBB71A5C}"/>
              </a:ext>
            </a:extLst>
          </p:cNvPr>
          <p:cNvSpPr/>
          <p:nvPr/>
        </p:nvSpPr>
        <p:spPr>
          <a:xfrm>
            <a:off x="1407073" y="63866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EC8D1D6-B0D9-83F6-6DB1-C435658B3C0B}"/>
              </a:ext>
            </a:extLst>
          </p:cNvPr>
          <p:cNvSpPr/>
          <p:nvPr/>
        </p:nvSpPr>
        <p:spPr>
          <a:xfrm>
            <a:off x="1905000" y="63866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48C3B45-B16E-D94E-05DE-66AA3FF70744}"/>
              </a:ext>
            </a:extLst>
          </p:cNvPr>
          <p:cNvSpPr/>
          <p:nvPr/>
        </p:nvSpPr>
        <p:spPr>
          <a:xfrm>
            <a:off x="2402927" y="63866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FA06EFD-9064-A22B-8357-FB4609CD20F7}"/>
              </a:ext>
            </a:extLst>
          </p:cNvPr>
          <p:cNvCxnSpPr>
            <a:endCxn id="34" idx="2"/>
          </p:cNvCxnSpPr>
          <p:nvPr/>
        </p:nvCxnSpPr>
        <p:spPr>
          <a:xfrm flipV="1">
            <a:off x="605659" y="2286157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D52AE67-B879-CFF8-DD42-5EB0B3724A29}"/>
              </a:ext>
            </a:extLst>
          </p:cNvPr>
          <p:cNvCxnSpPr/>
          <p:nvPr/>
        </p:nvCxnSpPr>
        <p:spPr>
          <a:xfrm flipV="1">
            <a:off x="701567" y="2374838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B0F4359-50F1-030A-5750-64357309DFF5}"/>
              </a:ext>
            </a:extLst>
          </p:cNvPr>
          <p:cNvCxnSpPr>
            <a:endCxn id="34" idx="4"/>
          </p:cNvCxnSpPr>
          <p:nvPr/>
        </p:nvCxnSpPr>
        <p:spPr>
          <a:xfrm flipV="1">
            <a:off x="1102273" y="2463519"/>
            <a:ext cx="1" cy="35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E06B85-DA73-DAF0-9D52-A0F6455BB4EE}"/>
              </a:ext>
            </a:extLst>
          </p:cNvPr>
          <p:cNvSpPr txBox="1"/>
          <p:nvPr/>
        </p:nvSpPr>
        <p:spPr>
          <a:xfrm>
            <a:off x="1100962" y="2605409"/>
            <a:ext cx="84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Wt0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EA9CFCC-E1FB-0B79-9C88-3B567C1B3187}"/>
              </a:ext>
            </a:extLst>
          </p:cNvPr>
          <p:cNvSpPr/>
          <p:nvPr/>
        </p:nvSpPr>
        <p:spPr>
          <a:xfrm>
            <a:off x="4624553" y="535255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723A71D-B65D-B34E-C9AF-8156FE60D9E8}"/>
              </a:ext>
            </a:extLst>
          </p:cNvPr>
          <p:cNvSpPr/>
          <p:nvPr/>
        </p:nvSpPr>
        <p:spPr>
          <a:xfrm>
            <a:off x="5122480" y="535255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733FEC4-475A-BA78-6E0B-50A93B63893A}"/>
              </a:ext>
            </a:extLst>
          </p:cNvPr>
          <p:cNvSpPr/>
          <p:nvPr/>
        </p:nvSpPr>
        <p:spPr>
          <a:xfrm>
            <a:off x="5620407" y="535255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BE94CD-8F15-199C-3C2F-1718DA6D60F6}"/>
              </a:ext>
            </a:extLst>
          </p:cNvPr>
          <p:cNvSpPr/>
          <p:nvPr/>
        </p:nvSpPr>
        <p:spPr>
          <a:xfrm>
            <a:off x="6118334" y="535255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9369288-0FF8-7B18-3C5E-607C0EF698D4}"/>
              </a:ext>
            </a:extLst>
          </p:cNvPr>
          <p:cNvSpPr/>
          <p:nvPr/>
        </p:nvSpPr>
        <p:spPr>
          <a:xfrm>
            <a:off x="4624553" y="486250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C7F3273-738D-D556-4155-FE2BE73B4AA4}"/>
              </a:ext>
            </a:extLst>
          </p:cNvPr>
          <p:cNvSpPr/>
          <p:nvPr/>
        </p:nvSpPr>
        <p:spPr>
          <a:xfrm>
            <a:off x="5122480" y="486250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1B2F45-21D9-A129-F5A3-2DD4FC68B2A0}"/>
              </a:ext>
            </a:extLst>
          </p:cNvPr>
          <p:cNvSpPr/>
          <p:nvPr/>
        </p:nvSpPr>
        <p:spPr>
          <a:xfrm>
            <a:off x="5620407" y="486250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BD41AF-2F38-EE14-A8A2-A1AB70E20EAD}"/>
              </a:ext>
            </a:extLst>
          </p:cNvPr>
          <p:cNvSpPr/>
          <p:nvPr/>
        </p:nvSpPr>
        <p:spPr>
          <a:xfrm>
            <a:off x="6118334" y="486250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A19016F-0ABE-F560-C88A-8EDFADF21F6A}"/>
              </a:ext>
            </a:extLst>
          </p:cNvPr>
          <p:cNvSpPr/>
          <p:nvPr/>
        </p:nvSpPr>
        <p:spPr>
          <a:xfrm>
            <a:off x="4624553" y="437246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2C8B770-03D6-8126-E5EC-0AE4CB2862E8}"/>
              </a:ext>
            </a:extLst>
          </p:cNvPr>
          <p:cNvSpPr/>
          <p:nvPr/>
        </p:nvSpPr>
        <p:spPr>
          <a:xfrm>
            <a:off x="5122480" y="437246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BC6E284-A4D3-0894-E1FE-605C1EA4C25A}"/>
              </a:ext>
            </a:extLst>
          </p:cNvPr>
          <p:cNvSpPr/>
          <p:nvPr/>
        </p:nvSpPr>
        <p:spPr>
          <a:xfrm>
            <a:off x="5620407" y="437246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D1EB5AD-65F9-AC76-A769-0CAD23E20665}"/>
              </a:ext>
            </a:extLst>
          </p:cNvPr>
          <p:cNvSpPr/>
          <p:nvPr/>
        </p:nvSpPr>
        <p:spPr>
          <a:xfrm>
            <a:off x="6118334" y="4372460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FEC0EE9-A94E-E254-3258-C814840F997E}"/>
              </a:ext>
            </a:extLst>
          </p:cNvPr>
          <p:cNvSpPr/>
          <p:nvPr/>
        </p:nvSpPr>
        <p:spPr>
          <a:xfrm>
            <a:off x="4624553" y="388241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11B4148-9522-912B-5C29-ABE313BE4E45}"/>
              </a:ext>
            </a:extLst>
          </p:cNvPr>
          <p:cNvSpPr/>
          <p:nvPr/>
        </p:nvSpPr>
        <p:spPr>
          <a:xfrm>
            <a:off x="5122480" y="388241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C6D8854-7CA4-DFDA-BD42-E03EDCF8E59F}"/>
              </a:ext>
            </a:extLst>
          </p:cNvPr>
          <p:cNvSpPr/>
          <p:nvPr/>
        </p:nvSpPr>
        <p:spPr>
          <a:xfrm>
            <a:off x="5620407" y="388241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0E04F49-5C93-9684-61E3-A88A345C003F}"/>
              </a:ext>
            </a:extLst>
          </p:cNvPr>
          <p:cNvSpPr/>
          <p:nvPr/>
        </p:nvSpPr>
        <p:spPr>
          <a:xfrm>
            <a:off x="6118334" y="3882415"/>
            <a:ext cx="386255" cy="354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8CEE6AB-EBA8-5A2F-6AD6-531D47F9D36C}"/>
              </a:ext>
            </a:extLst>
          </p:cNvPr>
          <p:cNvCxnSpPr>
            <a:endCxn id="54" idx="2"/>
          </p:cNvCxnSpPr>
          <p:nvPr/>
        </p:nvCxnSpPr>
        <p:spPr>
          <a:xfrm flipV="1">
            <a:off x="4321066" y="5529912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DB1DFE7-365B-CBA2-B196-E1A50490C277}"/>
              </a:ext>
            </a:extLst>
          </p:cNvPr>
          <p:cNvCxnSpPr/>
          <p:nvPr/>
        </p:nvCxnSpPr>
        <p:spPr>
          <a:xfrm flipV="1">
            <a:off x="4416974" y="5618593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DFA0CD0-7EC3-3695-99EC-B2ADC27709C3}"/>
              </a:ext>
            </a:extLst>
          </p:cNvPr>
          <p:cNvCxnSpPr>
            <a:endCxn id="54" idx="4"/>
          </p:cNvCxnSpPr>
          <p:nvPr/>
        </p:nvCxnSpPr>
        <p:spPr>
          <a:xfrm flipV="1">
            <a:off x="4817680" y="5707274"/>
            <a:ext cx="1" cy="35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3C3934D-54A7-7A17-3E41-7D2907A04D65}"/>
              </a:ext>
            </a:extLst>
          </p:cNvPr>
          <p:cNvSpPr txBox="1"/>
          <p:nvPr/>
        </p:nvSpPr>
        <p:spPr>
          <a:xfrm>
            <a:off x="4816369" y="5849164"/>
            <a:ext cx="84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Wt1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492674D-4DC9-5C1C-12A6-E1A3DAAD9082}"/>
              </a:ext>
            </a:extLst>
          </p:cNvPr>
          <p:cNvCxnSpPr/>
          <p:nvPr/>
        </p:nvCxnSpPr>
        <p:spPr>
          <a:xfrm>
            <a:off x="3055883" y="730468"/>
            <a:ext cx="18445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3B54AD7-A3D1-E912-FC0F-15A233B29B4F}"/>
              </a:ext>
            </a:extLst>
          </p:cNvPr>
          <p:cNvSpPr txBox="1"/>
          <p:nvPr/>
        </p:nvSpPr>
        <p:spPr>
          <a:xfrm>
            <a:off x="4935919" y="532587"/>
            <a:ext cx="6064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Q0 correction = </a:t>
            </a:r>
            <a:r>
              <a:rPr lang="en-US" dirty="0" err="1"/>
              <a:t>Sum_ctrs_i</a:t>
            </a:r>
            <a:r>
              <a:rPr lang="en-US" dirty="0"/>
              <a:t> </a:t>
            </a:r>
            <a:r>
              <a:rPr lang="en-US" dirty="0" err="1"/>
              <a:t>activation_i</a:t>
            </a:r>
            <a:r>
              <a:rPr lang="en-US" dirty="0"/>
              <a:t>*wt0,i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760D1F1-9632-1B76-6C48-13F18F76F8D6}"/>
              </a:ext>
            </a:extLst>
          </p:cNvPr>
          <p:cNvCxnSpPr/>
          <p:nvPr/>
        </p:nvCxnSpPr>
        <p:spPr>
          <a:xfrm>
            <a:off x="6928949" y="3974223"/>
            <a:ext cx="18445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1E5BD50-3615-D850-8C4C-6B64D43126F6}"/>
              </a:ext>
            </a:extLst>
          </p:cNvPr>
          <p:cNvSpPr txBox="1"/>
          <p:nvPr/>
        </p:nvSpPr>
        <p:spPr>
          <a:xfrm>
            <a:off x="6683267" y="4003128"/>
            <a:ext cx="508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 correction = </a:t>
            </a:r>
            <a:r>
              <a:rPr lang="en-US" dirty="0" err="1"/>
              <a:t>Sum_ctrs_i</a:t>
            </a:r>
            <a:r>
              <a:rPr lang="en-US" dirty="0"/>
              <a:t> </a:t>
            </a:r>
            <a:r>
              <a:rPr lang="en-US" dirty="0" err="1"/>
              <a:t>activation_i</a:t>
            </a:r>
            <a:r>
              <a:rPr lang="en-US" dirty="0"/>
              <a:t>*wt1,i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40D4D8-1D32-6E2A-6534-88595EB2703D}"/>
              </a:ext>
            </a:extLst>
          </p:cNvPr>
          <p:cNvCxnSpPr>
            <a:cxnSpLocks/>
          </p:cNvCxnSpPr>
          <p:nvPr/>
        </p:nvCxnSpPr>
        <p:spPr>
          <a:xfrm flipV="1">
            <a:off x="627663" y="2175306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F2534F-1A74-DE08-C06F-6D045322A9B3}"/>
              </a:ext>
            </a:extLst>
          </p:cNvPr>
          <p:cNvCxnSpPr/>
          <p:nvPr/>
        </p:nvCxnSpPr>
        <p:spPr>
          <a:xfrm flipV="1">
            <a:off x="644419" y="2348234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CE680F4-51B7-B617-53DE-EC9DBD2E1A5D}"/>
              </a:ext>
            </a:extLst>
          </p:cNvPr>
          <p:cNvCxnSpPr/>
          <p:nvPr/>
        </p:nvCxnSpPr>
        <p:spPr>
          <a:xfrm flipV="1">
            <a:off x="4369020" y="5574253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57704D-3EAD-82A6-5FF2-72D677A0CD6E}"/>
              </a:ext>
            </a:extLst>
          </p:cNvPr>
          <p:cNvCxnSpPr/>
          <p:nvPr/>
        </p:nvCxnSpPr>
        <p:spPr>
          <a:xfrm flipV="1">
            <a:off x="4338473" y="5436462"/>
            <a:ext cx="303487" cy="319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C55430-E68F-EB97-B500-A311FE983DD1}"/>
              </a:ext>
            </a:extLst>
          </p:cNvPr>
          <p:cNvSpPr txBox="1"/>
          <p:nvPr/>
        </p:nvSpPr>
        <p:spPr>
          <a:xfrm>
            <a:off x="299545" y="3361997"/>
            <a:ext cx="2593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4D RBF</a:t>
            </a:r>
          </a:p>
          <a:p>
            <a:r>
              <a:rPr lang="en-US" dirty="0"/>
              <a:t>Q0, q1, qd0, qd1</a:t>
            </a:r>
          </a:p>
        </p:txBody>
      </p:sp>
    </p:spTree>
    <p:extLst>
      <p:ext uri="{BB962C8B-B14F-4D97-AF65-F5344CB8AC3E}">
        <p14:creationId xmlns:p14="http://schemas.microsoft.com/office/powerpoint/2010/main" val="150679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BF45-9592-B370-9CE1-F22405F5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EB8C06-66AD-EF10-EE78-5A77ABB9E6BA}"/>
              </a:ext>
            </a:extLst>
          </p:cNvPr>
          <p:cNvSpPr txBox="1"/>
          <p:nvPr/>
        </p:nvSpPr>
        <p:spPr>
          <a:xfrm>
            <a:off x="835572" y="618797"/>
            <a:ext cx="6503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Errors: </a:t>
            </a:r>
            <a:r>
              <a:rPr lang="en-US" dirty="0" err="1"/>
              <a:t>xpos</a:t>
            </a:r>
            <a:r>
              <a:rPr lang="en-US" dirty="0"/>
              <a:t> err, </a:t>
            </a:r>
            <a:r>
              <a:rPr lang="en-US" dirty="0" err="1"/>
              <a:t>xvel</a:t>
            </a:r>
            <a:r>
              <a:rPr lang="en-US" dirty="0"/>
              <a:t> err, </a:t>
            </a:r>
            <a:r>
              <a:rPr lang="en-US" dirty="0" err="1"/>
              <a:t>ypos</a:t>
            </a:r>
            <a:r>
              <a:rPr lang="en-US" dirty="0"/>
              <a:t> err, </a:t>
            </a:r>
            <a:r>
              <a:rPr lang="en-US" dirty="0" err="1"/>
              <a:t>yvel</a:t>
            </a:r>
            <a:r>
              <a:rPr lang="en-US" dirty="0"/>
              <a:t> err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95DFF-80F5-0F96-E6D6-E37BE7C2D83F}"/>
              </a:ext>
            </a:extLst>
          </p:cNvPr>
          <p:cNvSpPr txBox="1"/>
          <p:nvPr/>
        </p:nvSpPr>
        <p:spPr>
          <a:xfrm>
            <a:off x="835571" y="1181101"/>
            <a:ext cx="8414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Challenge: combine </a:t>
            </a:r>
            <a:r>
              <a:rPr lang="en-US" dirty="0" err="1"/>
              <a:t>xpos</a:t>
            </a:r>
            <a:r>
              <a:rPr lang="en-US" dirty="0"/>
              <a:t> and </a:t>
            </a:r>
            <a:r>
              <a:rPr lang="en-US" dirty="0" err="1"/>
              <a:t>xvel</a:t>
            </a:r>
            <a:r>
              <a:rPr lang="en-US" dirty="0"/>
              <a:t> to get a single error to drive w0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18EF3-CB5C-C766-B4E4-C5A18395F6CF}"/>
              </a:ext>
            </a:extLst>
          </p:cNvPr>
          <p:cNvSpPr txBox="1"/>
          <p:nvPr/>
        </p:nvSpPr>
        <p:spPr>
          <a:xfrm>
            <a:off x="835570" y="1743405"/>
            <a:ext cx="8414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Solution: weighted sum, position is weighted 2/3, vel is weighted 1/3</a:t>
            </a:r>
          </a:p>
        </p:txBody>
      </p:sp>
    </p:spTree>
    <p:extLst>
      <p:ext uri="{BB962C8B-B14F-4D97-AF65-F5344CB8AC3E}">
        <p14:creationId xmlns:p14="http://schemas.microsoft.com/office/powerpoint/2010/main" val="221254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9830AD0-64FA-F955-2908-044D4064F377}"/>
              </a:ext>
            </a:extLst>
          </p:cNvPr>
          <p:cNvSpPr/>
          <p:nvPr/>
        </p:nvSpPr>
        <p:spPr>
          <a:xfrm>
            <a:off x="1320362" y="710071"/>
            <a:ext cx="2073166" cy="19746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0F6FF-E3EB-6C2F-89B3-6558EAFC1357}"/>
              </a:ext>
            </a:extLst>
          </p:cNvPr>
          <p:cNvSpPr txBox="1"/>
          <p:nvPr/>
        </p:nvSpPr>
        <p:spPr>
          <a:xfrm>
            <a:off x="2121143" y="45715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54C36-6437-A31D-2CFE-5A67A29D9442}"/>
              </a:ext>
            </a:extLst>
          </p:cNvPr>
          <p:cNvSpPr txBox="1"/>
          <p:nvPr/>
        </p:nvSpPr>
        <p:spPr>
          <a:xfrm>
            <a:off x="3390460" y="2421671"/>
            <a:ext cx="31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82B19-3962-FB92-4F84-5B735A95FBA9}"/>
              </a:ext>
            </a:extLst>
          </p:cNvPr>
          <p:cNvSpPr txBox="1"/>
          <p:nvPr/>
        </p:nvSpPr>
        <p:spPr>
          <a:xfrm>
            <a:off x="3390460" y="677883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2042DE-4D74-C24D-CC73-43B44D072C9D}"/>
              </a:ext>
            </a:extLst>
          </p:cNvPr>
          <p:cNvSpPr/>
          <p:nvPr/>
        </p:nvSpPr>
        <p:spPr>
          <a:xfrm>
            <a:off x="2241988" y="489354"/>
            <a:ext cx="201010" cy="4926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053479-B629-B460-6256-D6A16C5EA5A0}"/>
              </a:ext>
            </a:extLst>
          </p:cNvPr>
          <p:cNvSpPr/>
          <p:nvPr/>
        </p:nvSpPr>
        <p:spPr>
          <a:xfrm rot="8100000">
            <a:off x="3115558" y="2114747"/>
            <a:ext cx="201010" cy="49267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65E884-17DC-D607-B0DB-E7A13C301DAB}"/>
              </a:ext>
            </a:extLst>
          </p:cNvPr>
          <p:cNvCxnSpPr/>
          <p:nvPr/>
        </p:nvCxnSpPr>
        <p:spPr>
          <a:xfrm>
            <a:off x="1726323" y="3215543"/>
            <a:ext cx="0" cy="2932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113B32-E692-41F8-BEBB-D693459997E5}"/>
              </a:ext>
            </a:extLst>
          </p:cNvPr>
          <p:cNvCxnSpPr/>
          <p:nvPr/>
        </p:nvCxnSpPr>
        <p:spPr>
          <a:xfrm>
            <a:off x="1438603" y="5064051"/>
            <a:ext cx="4934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1FC12E-B661-6DFB-163D-FD1E52DCE875}"/>
              </a:ext>
            </a:extLst>
          </p:cNvPr>
          <p:cNvSpPr/>
          <p:nvPr/>
        </p:nvSpPr>
        <p:spPr>
          <a:xfrm>
            <a:off x="1206061" y="5418774"/>
            <a:ext cx="725214" cy="11966"/>
          </a:xfrm>
          <a:custGeom>
            <a:avLst/>
            <a:gdLst>
              <a:gd name="csX0" fmla="*/ 0 w 725214"/>
              <a:gd name="csY0" fmla="*/ 7883 h 11966"/>
              <a:gd name="csX1" fmla="*/ 287721 w 725214"/>
              <a:gd name="csY1" fmla="*/ 11824 h 11966"/>
              <a:gd name="csX2" fmla="*/ 425669 w 725214"/>
              <a:gd name="csY2" fmla="*/ 3942 h 11966"/>
              <a:gd name="csX3" fmla="*/ 551793 w 725214"/>
              <a:gd name="csY3" fmla="*/ 0 h 11966"/>
              <a:gd name="csX4" fmla="*/ 725214 w 725214"/>
              <a:gd name="csY4" fmla="*/ 3942 h 11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5214" h="11966">
                <a:moveTo>
                  <a:pt x="0" y="7883"/>
                </a:moveTo>
                <a:cubicBezTo>
                  <a:pt x="95907" y="9197"/>
                  <a:pt x="191809" y="12712"/>
                  <a:pt x="287721" y="11824"/>
                </a:cubicBezTo>
                <a:cubicBezTo>
                  <a:pt x="333777" y="11398"/>
                  <a:pt x="379657" y="6002"/>
                  <a:pt x="425669" y="3942"/>
                </a:cubicBezTo>
                <a:cubicBezTo>
                  <a:pt x="467689" y="2061"/>
                  <a:pt x="509752" y="1314"/>
                  <a:pt x="551793" y="0"/>
                </a:cubicBezTo>
                <a:lnTo>
                  <a:pt x="725214" y="394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11D3A41-13B9-8D7D-2879-E1DA893D7B30}"/>
              </a:ext>
            </a:extLst>
          </p:cNvPr>
          <p:cNvSpPr/>
          <p:nvPr/>
        </p:nvSpPr>
        <p:spPr>
          <a:xfrm>
            <a:off x="1927334" y="4725091"/>
            <a:ext cx="2270234" cy="820355"/>
          </a:xfrm>
          <a:custGeom>
            <a:avLst/>
            <a:gdLst>
              <a:gd name="csX0" fmla="*/ 0 w 2270234"/>
              <a:gd name="csY0" fmla="*/ 725214 h 820355"/>
              <a:gd name="csX1" fmla="*/ 130065 w 2270234"/>
              <a:gd name="csY1" fmla="*/ 622738 h 820355"/>
              <a:gd name="csX2" fmla="*/ 169479 w 2270234"/>
              <a:gd name="csY2" fmla="*/ 599090 h 820355"/>
              <a:gd name="csX3" fmla="*/ 204951 w 2270234"/>
              <a:gd name="csY3" fmla="*/ 547852 h 820355"/>
              <a:gd name="csX4" fmla="*/ 256189 w 2270234"/>
              <a:gd name="csY4" fmla="*/ 496614 h 820355"/>
              <a:gd name="csX5" fmla="*/ 331076 w 2270234"/>
              <a:gd name="csY5" fmla="*/ 394138 h 820355"/>
              <a:gd name="csX6" fmla="*/ 342900 w 2270234"/>
              <a:gd name="csY6" fmla="*/ 342900 h 820355"/>
              <a:gd name="csX7" fmla="*/ 370489 w 2270234"/>
              <a:gd name="csY7" fmla="*/ 244366 h 820355"/>
              <a:gd name="csX8" fmla="*/ 405962 w 2270234"/>
              <a:gd name="csY8" fmla="*/ 114300 h 820355"/>
              <a:gd name="csX9" fmla="*/ 425669 w 2270234"/>
              <a:gd name="csY9" fmla="*/ 47297 h 820355"/>
              <a:gd name="csX10" fmla="*/ 429610 w 2270234"/>
              <a:gd name="csY10" fmla="*/ 19707 h 820355"/>
              <a:gd name="csX11" fmla="*/ 508438 w 2270234"/>
              <a:gd name="csY11" fmla="*/ 0 h 820355"/>
              <a:gd name="csX12" fmla="*/ 547851 w 2270234"/>
              <a:gd name="csY12" fmla="*/ 15766 h 820355"/>
              <a:gd name="csX13" fmla="*/ 563617 w 2270234"/>
              <a:gd name="csY13" fmla="*/ 47297 h 820355"/>
              <a:gd name="csX14" fmla="*/ 575441 w 2270234"/>
              <a:gd name="csY14" fmla="*/ 67004 h 820355"/>
              <a:gd name="csX15" fmla="*/ 603031 w 2270234"/>
              <a:gd name="csY15" fmla="*/ 106418 h 820355"/>
              <a:gd name="csX16" fmla="*/ 650327 w 2270234"/>
              <a:gd name="csY16" fmla="*/ 181304 h 820355"/>
              <a:gd name="csX17" fmla="*/ 670034 w 2270234"/>
              <a:gd name="csY17" fmla="*/ 220718 h 820355"/>
              <a:gd name="csX18" fmla="*/ 673976 w 2270234"/>
              <a:gd name="csY18" fmla="*/ 236483 h 820355"/>
              <a:gd name="csX19" fmla="*/ 681858 w 2270234"/>
              <a:gd name="csY19" fmla="*/ 252249 h 820355"/>
              <a:gd name="csX20" fmla="*/ 701565 w 2270234"/>
              <a:gd name="csY20" fmla="*/ 264073 h 820355"/>
              <a:gd name="csX21" fmla="*/ 721272 w 2270234"/>
              <a:gd name="csY21" fmla="*/ 311369 h 820355"/>
              <a:gd name="csX22" fmla="*/ 733096 w 2270234"/>
              <a:gd name="csY22" fmla="*/ 327135 h 820355"/>
              <a:gd name="csX23" fmla="*/ 737038 w 2270234"/>
              <a:gd name="csY23" fmla="*/ 370490 h 820355"/>
              <a:gd name="csX24" fmla="*/ 760686 w 2270234"/>
              <a:gd name="csY24" fmla="*/ 437494 h 820355"/>
              <a:gd name="csX25" fmla="*/ 776451 w 2270234"/>
              <a:gd name="csY25" fmla="*/ 480849 h 820355"/>
              <a:gd name="csX26" fmla="*/ 800100 w 2270234"/>
              <a:gd name="csY26" fmla="*/ 536028 h 820355"/>
              <a:gd name="csX27" fmla="*/ 823748 w 2270234"/>
              <a:gd name="csY27" fmla="*/ 571500 h 820355"/>
              <a:gd name="csX28" fmla="*/ 839514 w 2270234"/>
              <a:gd name="csY28" fmla="*/ 614856 h 820355"/>
              <a:gd name="csX29" fmla="*/ 902576 w 2270234"/>
              <a:gd name="csY29" fmla="*/ 713390 h 820355"/>
              <a:gd name="csX30" fmla="*/ 914400 w 2270234"/>
              <a:gd name="csY30" fmla="*/ 748862 h 820355"/>
              <a:gd name="csX31" fmla="*/ 930165 w 2270234"/>
              <a:gd name="csY31" fmla="*/ 760687 h 820355"/>
              <a:gd name="csX32" fmla="*/ 989286 w 2270234"/>
              <a:gd name="csY32" fmla="*/ 776452 h 820355"/>
              <a:gd name="csX33" fmla="*/ 1044465 w 2270234"/>
              <a:gd name="csY33" fmla="*/ 780394 h 820355"/>
              <a:gd name="csX34" fmla="*/ 1072055 w 2270234"/>
              <a:gd name="csY34" fmla="*/ 788276 h 820355"/>
              <a:gd name="csX35" fmla="*/ 1300655 w 2270234"/>
              <a:gd name="csY35" fmla="*/ 780394 h 820355"/>
              <a:gd name="csX36" fmla="*/ 1320362 w 2270234"/>
              <a:gd name="csY36" fmla="*/ 697625 h 820355"/>
              <a:gd name="csX37" fmla="*/ 1340069 w 2270234"/>
              <a:gd name="csY37" fmla="*/ 658211 h 820355"/>
              <a:gd name="csX38" fmla="*/ 1359776 w 2270234"/>
              <a:gd name="csY38" fmla="*/ 618797 h 820355"/>
              <a:gd name="csX39" fmla="*/ 1379483 w 2270234"/>
              <a:gd name="csY39" fmla="*/ 559676 h 820355"/>
              <a:gd name="csX40" fmla="*/ 1438603 w 2270234"/>
              <a:gd name="csY40" fmla="*/ 512380 h 820355"/>
              <a:gd name="csX41" fmla="*/ 1458310 w 2270234"/>
              <a:gd name="csY41" fmla="*/ 496614 h 820355"/>
              <a:gd name="csX42" fmla="*/ 1497724 w 2270234"/>
              <a:gd name="csY42" fmla="*/ 472966 h 820355"/>
              <a:gd name="csX43" fmla="*/ 1639614 w 2270234"/>
              <a:gd name="csY43" fmla="*/ 453259 h 820355"/>
              <a:gd name="csX44" fmla="*/ 1690851 w 2270234"/>
              <a:gd name="csY44" fmla="*/ 457200 h 820355"/>
              <a:gd name="csX45" fmla="*/ 1714500 w 2270234"/>
              <a:gd name="csY45" fmla="*/ 461142 h 820355"/>
              <a:gd name="csX46" fmla="*/ 1742089 w 2270234"/>
              <a:gd name="csY46" fmla="*/ 476907 h 820355"/>
              <a:gd name="csX47" fmla="*/ 1785445 w 2270234"/>
              <a:gd name="csY47" fmla="*/ 528145 h 820355"/>
              <a:gd name="csX48" fmla="*/ 1820917 w 2270234"/>
              <a:gd name="csY48" fmla="*/ 575442 h 820355"/>
              <a:gd name="csX49" fmla="*/ 1856389 w 2270234"/>
              <a:gd name="csY49" fmla="*/ 614856 h 820355"/>
              <a:gd name="csX50" fmla="*/ 1887920 w 2270234"/>
              <a:gd name="csY50" fmla="*/ 666094 h 820355"/>
              <a:gd name="csX51" fmla="*/ 1947041 w 2270234"/>
              <a:gd name="csY51" fmla="*/ 733097 h 820355"/>
              <a:gd name="csX52" fmla="*/ 1974631 w 2270234"/>
              <a:gd name="csY52" fmla="*/ 776452 h 820355"/>
              <a:gd name="csX53" fmla="*/ 1994338 w 2270234"/>
              <a:gd name="csY53" fmla="*/ 780394 h 820355"/>
              <a:gd name="csX54" fmla="*/ 2033751 w 2270234"/>
              <a:gd name="csY54" fmla="*/ 792218 h 820355"/>
              <a:gd name="csX55" fmla="*/ 2207172 w 2270234"/>
              <a:gd name="csY55" fmla="*/ 819807 h 820355"/>
              <a:gd name="csX56" fmla="*/ 2270234 w 2270234"/>
              <a:gd name="csY56" fmla="*/ 819807 h 820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2270234" h="820355">
                <a:moveTo>
                  <a:pt x="0" y="725214"/>
                </a:moveTo>
                <a:cubicBezTo>
                  <a:pt x="121661" y="640054"/>
                  <a:pt x="-95487" y="793612"/>
                  <a:pt x="130065" y="622738"/>
                </a:cubicBezTo>
                <a:cubicBezTo>
                  <a:pt x="142277" y="613486"/>
                  <a:pt x="156341" y="606973"/>
                  <a:pt x="169479" y="599090"/>
                </a:cubicBezTo>
                <a:cubicBezTo>
                  <a:pt x="181303" y="582011"/>
                  <a:pt x="191533" y="563710"/>
                  <a:pt x="204951" y="547852"/>
                </a:cubicBezTo>
                <a:cubicBezTo>
                  <a:pt x="220553" y="529413"/>
                  <a:pt x="240470" y="514953"/>
                  <a:pt x="256189" y="496614"/>
                </a:cubicBezTo>
                <a:cubicBezTo>
                  <a:pt x="315989" y="426848"/>
                  <a:pt x="308594" y="439102"/>
                  <a:pt x="331076" y="394138"/>
                </a:cubicBezTo>
                <a:cubicBezTo>
                  <a:pt x="340224" y="330099"/>
                  <a:pt x="328473" y="400608"/>
                  <a:pt x="342900" y="342900"/>
                </a:cubicBezTo>
                <a:cubicBezTo>
                  <a:pt x="365971" y="250614"/>
                  <a:pt x="341735" y="323441"/>
                  <a:pt x="370489" y="244366"/>
                </a:cubicBezTo>
                <a:cubicBezTo>
                  <a:pt x="381713" y="143370"/>
                  <a:pt x="360582" y="310951"/>
                  <a:pt x="405962" y="114300"/>
                </a:cubicBezTo>
                <a:cubicBezTo>
                  <a:pt x="419107" y="57337"/>
                  <a:pt x="409947" y="78739"/>
                  <a:pt x="425669" y="47297"/>
                </a:cubicBezTo>
                <a:cubicBezTo>
                  <a:pt x="426983" y="38100"/>
                  <a:pt x="421544" y="24316"/>
                  <a:pt x="429610" y="19707"/>
                </a:cubicBezTo>
                <a:cubicBezTo>
                  <a:pt x="453126" y="6269"/>
                  <a:pt x="508438" y="0"/>
                  <a:pt x="508438" y="0"/>
                </a:cubicBezTo>
                <a:cubicBezTo>
                  <a:pt x="522109" y="2735"/>
                  <a:pt x="537892" y="3594"/>
                  <a:pt x="547851" y="15766"/>
                </a:cubicBezTo>
                <a:cubicBezTo>
                  <a:pt x="555292" y="24861"/>
                  <a:pt x="558046" y="36951"/>
                  <a:pt x="563617" y="47297"/>
                </a:cubicBezTo>
                <a:cubicBezTo>
                  <a:pt x="567249" y="54042"/>
                  <a:pt x="571500" y="60435"/>
                  <a:pt x="575441" y="67004"/>
                </a:cubicBezTo>
                <a:cubicBezTo>
                  <a:pt x="584076" y="101539"/>
                  <a:pt x="571459" y="62568"/>
                  <a:pt x="603031" y="106418"/>
                </a:cubicBezTo>
                <a:cubicBezTo>
                  <a:pt x="620282" y="130378"/>
                  <a:pt x="637124" y="154897"/>
                  <a:pt x="650327" y="181304"/>
                </a:cubicBezTo>
                <a:cubicBezTo>
                  <a:pt x="656896" y="194442"/>
                  <a:pt x="666471" y="206468"/>
                  <a:pt x="670034" y="220718"/>
                </a:cubicBezTo>
                <a:cubicBezTo>
                  <a:pt x="671348" y="225973"/>
                  <a:pt x="672074" y="231411"/>
                  <a:pt x="673976" y="236483"/>
                </a:cubicBezTo>
                <a:cubicBezTo>
                  <a:pt x="676039" y="241984"/>
                  <a:pt x="677703" y="248094"/>
                  <a:pt x="681858" y="252249"/>
                </a:cubicBezTo>
                <a:cubicBezTo>
                  <a:pt x="687275" y="257666"/>
                  <a:pt x="694996" y="260132"/>
                  <a:pt x="701565" y="264073"/>
                </a:cubicBezTo>
                <a:cubicBezTo>
                  <a:pt x="708134" y="279838"/>
                  <a:pt x="713634" y="296093"/>
                  <a:pt x="721272" y="311369"/>
                </a:cubicBezTo>
                <a:cubicBezTo>
                  <a:pt x="724210" y="317245"/>
                  <a:pt x="731403" y="320788"/>
                  <a:pt x="733096" y="327135"/>
                </a:cubicBezTo>
                <a:cubicBezTo>
                  <a:pt x="736835" y="341156"/>
                  <a:pt x="734323" y="356235"/>
                  <a:pt x="737038" y="370490"/>
                </a:cubicBezTo>
                <a:cubicBezTo>
                  <a:pt x="742078" y="396949"/>
                  <a:pt x="750505" y="413737"/>
                  <a:pt x="760686" y="437494"/>
                </a:cubicBezTo>
                <a:cubicBezTo>
                  <a:pt x="769797" y="501274"/>
                  <a:pt x="756055" y="436658"/>
                  <a:pt x="776451" y="480849"/>
                </a:cubicBezTo>
                <a:cubicBezTo>
                  <a:pt x="793075" y="516866"/>
                  <a:pt x="780403" y="509765"/>
                  <a:pt x="800100" y="536028"/>
                </a:cubicBezTo>
                <a:cubicBezTo>
                  <a:pt x="820108" y="562706"/>
                  <a:pt x="806344" y="529234"/>
                  <a:pt x="823748" y="571500"/>
                </a:cubicBezTo>
                <a:cubicBezTo>
                  <a:pt x="829603" y="585720"/>
                  <a:pt x="832046" y="601413"/>
                  <a:pt x="839514" y="614856"/>
                </a:cubicBezTo>
                <a:cubicBezTo>
                  <a:pt x="858452" y="648944"/>
                  <a:pt x="883553" y="679349"/>
                  <a:pt x="902576" y="713390"/>
                </a:cubicBezTo>
                <a:cubicBezTo>
                  <a:pt x="908656" y="724270"/>
                  <a:pt x="908120" y="738096"/>
                  <a:pt x="914400" y="748862"/>
                </a:cubicBezTo>
                <a:cubicBezTo>
                  <a:pt x="917710" y="754536"/>
                  <a:pt x="924290" y="757749"/>
                  <a:pt x="930165" y="760687"/>
                </a:cubicBezTo>
                <a:cubicBezTo>
                  <a:pt x="942027" y="766618"/>
                  <a:pt x="979635" y="775193"/>
                  <a:pt x="989286" y="776452"/>
                </a:cubicBezTo>
                <a:cubicBezTo>
                  <a:pt x="1007571" y="778837"/>
                  <a:pt x="1026072" y="779080"/>
                  <a:pt x="1044465" y="780394"/>
                </a:cubicBezTo>
                <a:cubicBezTo>
                  <a:pt x="1053662" y="783021"/>
                  <a:pt x="1062492" y="788122"/>
                  <a:pt x="1072055" y="788276"/>
                </a:cubicBezTo>
                <a:cubicBezTo>
                  <a:pt x="1271294" y="791489"/>
                  <a:pt x="1221515" y="806772"/>
                  <a:pt x="1300655" y="780394"/>
                </a:cubicBezTo>
                <a:cubicBezTo>
                  <a:pt x="1307224" y="752804"/>
                  <a:pt x="1312571" y="724895"/>
                  <a:pt x="1320362" y="697625"/>
                </a:cubicBezTo>
                <a:cubicBezTo>
                  <a:pt x="1330500" y="662143"/>
                  <a:pt x="1328317" y="680035"/>
                  <a:pt x="1340069" y="658211"/>
                </a:cubicBezTo>
                <a:cubicBezTo>
                  <a:pt x="1347033" y="645278"/>
                  <a:pt x="1353207" y="631935"/>
                  <a:pt x="1359776" y="618797"/>
                </a:cubicBezTo>
                <a:cubicBezTo>
                  <a:pt x="1364297" y="600711"/>
                  <a:pt x="1370805" y="572359"/>
                  <a:pt x="1379483" y="559676"/>
                </a:cubicBezTo>
                <a:cubicBezTo>
                  <a:pt x="1391381" y="542287"/>
                  <a:pt x="1420149" y="524682"/>
                  <a:pt x="1438603" y="512380"/>
                </a:cubicBezTo>
                <a:cubicBezTo>
                  <a:pt x="1445777" y="490863"/>
                  <a:pt x="1436535" y="507502"/>
                  <a:pt x="1458310" y="496614"/>
                </a:cubicBezTo>
                <a:cubicBezTo>
                  <a:pt x="1472014" y="489762"/>
                  <a:pt x="1482700" y="475971"/>
                  <a:pt x="1497724" y="472966"/>
                </a:cubicBezTo>
                <a:cubicBezTo>
                  <a:pt x="1584021" y="455707"/>
                  <a:pt x="1536838" y="463047"/>
                  <a:pt x="1639614" y="453259"/>
                </a:cubicBezTo>
                <a:cubicBezTo>
                  <a:pt x="1656693" y="454573"/>
                  <a:pt x="1673816" y="455407"/>
                  <a:pt x="1690851" y="457200"/>
                </a:cubicBezTo>
                <a:cubicBezTo>
                  <a:pt x="1698799" y="458037"/>
                  <a:pt x="1707041" y="458273"/>
                  <a:pt x="1714500" y="461142"/>
                </a:cubicBezTo>
                <a:cubicBezTo>
                  <a:pt x="1724386" y="464944"/>
                  <a:pt x="1732893" y="471652"/>
                  <a:pt x="1742089" y="476907"/>
                </a:cubicBezTo>
                <a:cubicBezTo>
                  <a:pt x="1756541" y="493986"/>
                  <a:pt x="1771469" y="510674"/>
                  <a:pt x="1785445" y="528145"/>
                </a:cubicBezTo>
                <a:cubicBezTo>
                  <a:pt x="1797756" y="543534"/>
                  <a:pt x="1808438" y="560190"/>
                  <a:pt x="1820917" y="575442"/>
                </a:cubicBezTo>
                <a:cubicBezTo>
                  <a:pt x="1832109" y="589122"/>
                  <a:pt x="1845883" y="600642"/>
                  <a:pt x="1856389" y="614856"/>
                </a:cubicBezTo>
                <a:cubicBezTo>
                  <a:pt x="1868309" y="630983"/>
                  <a:pt x="1875718" y="650179"/>
                  <a:pt x="1887920" y="666094"/>
                </a:cubicBezTo>
                <a:cubicBezTo>
                  <a:pt x="1906043" y="689732"/>
                  <a:pt x="1931050" y="707968"/>
                  <a:pt x="1947041" y="733097"/>
                </a:cubicBezTo>
                <a:cubicBezTo>
                  <a:pt x="1956238" y="747549"/>
                  <a:pt x="1962518" y="764339"/>
                  <a:pt x="1974631" y="776452"/>
                </a:cubicBezTo>
                <a:cubicBezTo>
                  <a:pt x="1979368" y="781189"/>
                  <a:pt x="1987865" y="778668"/>
                  <a:pt x="1994338" y="780394"/>
                </a:cubicBezTo>
                <a:cubicBezTo>
                  <a:pt x="2007591" y="783928"/>
                  <a:pt x="2020361" y="789243"/>
                  <a:pt x="2033751" y="792218"/>
                </a:cubicBezTo>
                <a:cubicBezTo>
                  <a:pt x="2087200" y="804096"/>
                  <a:pt x="2151174" y="816513"/>
                  <a:pt x="2207172" y="819807"/>
                </a:cubicBezTo>
                <a:cubicBezTo>
                  <a:pt x="2228156" y="821041"/>
                  <a:pt x="2249213" y="819807"/>
                  <a:pt x="2270234" y="81980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F97CB4-CE13-73E1-F51A-0F7375047C92}"/>
              </a:ext>
            </a:extLst>
          </p:cNvPr>
          <p:cNvCxnSpPr/>
          <p:nvPr/>
        </p:nvCxnSpPr>
        <p:spPr>
          <a:xfrm>
            <a:off x="1359776" y="4488609"/>
            <a:ext cx="501343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0FCF4CC-9693-16FA-74A7-C6C509A9456A}"/>
              </a:ext>
            </a:extLst>
          </p:cNvPr>
          <p:cNvSpPr/>
          <p:nvPr/>
        </p:nvSpPr>
        <p:spPr>
          <a:xfrm>
            <a:off x="4102975" y="4547729"/>
            <a:ext cx="547852" cy="1005140"/>
          </a:xfrm>
          <a:custGeom>
            <a:avLst/>
            <a:gdLst>
              <a:gd name="csX0" fmla="*/ 0 w 547852"/>
              <a:gd name="csY0" fmla="*/ 989287 h 1005140"/>
              <a:gd name="csX1" fmla="*/ 23648 w 547852"/>
              <a:gd name="csY1" fmla="*/ 993228 h 1005140"/>
              <a:gd name="csX2" fmla="*/ 74886 w 547852"/>
              <a:gd name="csY2" fmla="*/ 1005052 h 1005140"/>
              <a:gd name="csX3" fmla="*/ 185245 w 547852"/>
              <a:gd name="csY3" fmla="*/ 997169 h 1005140"/>
              <a:gd name="csX4" fmla="*/ 236483 w 547852"/>
              <a:gd name="csY4" fmla="*/ 957756 h 1005140"/>
              <a:gd name="csX5" fmla="*/ 287721 w 547852"/>
              <a:gd name="csY5" fmla="*/ 906518 h 1005140"/>
              <a:gd name="csX6" fmla="*/ 303486 w 547852"/>
              <a:gd name="csY6" fmla="*/ 851338 h 1005140"/>
              <a:gd name="csX7" fmla="*/ 315310 w 547852"/>
              <a:gd name="csY7" fmla="*/ 811924 h 1005140"/>
              <a:gd name="csX8" fmla="*/ 319252 w 547852"/>
              <a:gd name="csY8" fmla="*/ 776452 h 1005140"/>
              <a:gd name="csX9" fmla="*/ 342900 w 547852"/>
              <a:gd name="csY9" fmla="*/ 729156 h 1005140"/>
              <a:gd name="csX10" fmla="*/ 354724 w 547852"/>
              <a:gd name="csY10" fmla="*/ 685800 h 1005140"/>
              <a:gd name="csX11" fmla="*/ 358666 w 547852"/>
              <a:gd name="csY11" fmla="*/ 642445 h 1005140"/>
              <a:gd name="csX12" fmla="*/ 366548 w 547852"/>
              <a:gd name="csY12" fmla="*/ 441435 h 1005140"/>
              <a:gd name="csX13" fmla="*/ 382314 w 547852"/>
              <a:gd name="csY13" fmla="*/ 409904 h 1005140"/>
              <a:gd name="csX14" fmla="*/ 394138 w 547852"/>
              <a:gd name="csY14" fmla="*/ 374431 h 1005140"/>
              <a:gd name="csX15" fmla="*/ 398079 w 547852"/>
              <a:gd name="csY15" fmla="*/ 335018 h 1005140"/>
              <a:gd name="csX16" fmla="*/ 409904 w 547852"/>
              <a:gd name="csY16" fmla="*/ 319252 h 1005140"/>
              <a:gd name="csX17" fmla="*/ 413845 w 547852"/>
              <a:gd name="csY17" fmla="*/ 291662 h 1005140"/>
              <a:gd name="csX18" fmla="*/ 433552 w 547852"/>
              <a:gd name="csY18" fmla="*/ 268014 h 1005140"/>
              <a:gd name="csX19" fmla="*/ 441435 w 547852"/>
              <a:gd name="csY19" fmla="*/ 244366 h 1005140"/>
              <a:gd name="csX20" fmla="*/ 476907 w 547852"/>
              <a:gd name="csY20" fmla="*/ 197069 h 1005140"/>
              <a:gd name="csX21" fmla="*/ 500555 w 547852"/>
              <a:gd name="csY21" fmla="*/ 157656 h 1005140"/>
              <a:gd name="csX22" fmla="*/ 512379 w 547852"/>
              <a:gd name="csY22" fmla="*/ 134007 h 1005140"/>
              <a:gd name="csX23" fmla="*/ 520262 w 547852"/>
              <a:gd name="csY23" fmla="*/ 106418 h 1005140"/>
              <a:gd name="csX24" fmla="*/ 528145 w 547852"/>
              <a:gd name="csY24" fmla="*/ 90652 h 1005140"/>
              <a:gd name="csX25" fmla="*/ 532086 w 547852"/>
              <a:gd name="csY25" fmla="*/ 70945 h 1005140"/>
              <a:gd name="csX26" fmla="*/ 543910 w 547852"/>
              <a:gd name="csY26" fmla="*/ 23649 h 1005140"/>
              <a:gd name="csX27" fmla="*/ 547852 w 547852"/>
              <a:gd name="csY27" fmla="*/ 0 h 10051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47852" h="1005140">
                <a:moveTo>
                  <a:pt x="0" y="989287"/>
                </a:moveTo>
                <a:cubicBezTo>
                  <a:pt x="7883" y="990601"/>
                  <a:pt x="15828" y="991582"/>
                  <a:pt x="23648" y="993228"/>
                </a:cubicBezTo>
                <a:cubicBezTo>
                  <a:pt x="40800" y="996839"/>
                  <a:pt x="57363" y="1004625"/>
                  <a:pt x="74886" y="1005052"/>
                </a:cubicBezTo>
                <a:cubicBezTo>
                  <a:pt x="111755" y="1005951"/>
                  <a:pt x="148459" y="999797"/>
                  <a:pt x="185245" y="997169"/>
                </a:cubicBezTo>
                <a:cubicBezTo>
                  <a:pt x="213022" y="983282"/>
                  <a:pt x="202377" y="990311"/>
                  <a:pt x="236483" y="957756"/>
                </a:cubicBezTo>
                <a:cubicBezTo>
                  <a:pt x="253955" y="941078"/>
                  <a:pt x="287721" y="906518"/>
                  <a:pt x="287721" y="906518"/>
                </a:cubicBezTo>
                <a:cubicBezTo>
                  <a:pt x="303065" y="868159"/>
                  <a:pt x="288998" y="906396"/>
                  <a:pt x="303486" y="851338"/>
                </a:cubicBezTo>
                <a:cubicBezTo>
                  <a:pt x="306977" y="838073"/>
                  <a:pt x="311369" y="825062"/>
                  <a:pt x="315310" y="811924"/>
                </a:cubicBezTo>
                <a:cubicBezTo>
                  <a:pt x="316624" y="800100"/>
                  <a:pt x="316759" y="788085"/>
                  <a:pt x="319252" y="776452"/>
                </a:cubicBezTo>
                <a:cubicBezTo>
                  <a:pt x="322291" y="762273"/>
                  <a:pt x="336766" y="739890"/>
                  <a:pt x="342900" y="729156"/>
                </a:cubicBezTo>
                <a:cubicBezTo>
                  <a:pt x="346841" y="714704"/>
                  <a:pt x="352044" y="700538"/>
                  <a:pt x="354724" y="685800"/>
                </a:cubicBezTo>
                <a:cubicBezTo>
                  <a:pt x="357320" y="671523"/>
                  <a:pt x="357965" y="656939"/>
                  <a:pt x="358666" y="642445"/>
                </a:cubicBezTo>
                <a:cubicBezTo>
                  <a:pt x="361907" y="575469"/>
                  <a:pt x="359764" y="508146"/>
                  <a:pt x="366548" y="441435"/>
                </a:cubicBezTo>
                <a:cubicBezTo>
                  <a:pt x="367737" y="429744"/>
                  <a:pt x="377840" y="420770"/>
                  <a:pt x="382314" y="409904"/>
                </a:cubicBezTo>
                <a:cubicBezTo>
                  <a:pt x="387060" y="398379"/>
                  <a:pt x="390197" y="386255"/>
                  <a:pt x="394138" y="374431"/>
                </a:cubicBezTo>
                <a:cubicBezTo>
                  <a:pt x="395452" y="361293"/>
                  <a:pt x="394452" y="347713"/>
                  <a:pt x="398079" y="335018"/>
                </a:cubicBezTo>
                <a:cubicBezTo>
                  <a:pt x="399884" y="328702"/>
                  <a:pt x="407659" y="325426"/>
                  <a:pt x="409904" y="319252"/>
                </a:cubicBezTo>
                <a:cubicBezTo>
                  <a:pt x="413079" y="310521"/>
                  <a:pt x="411176" y="300560"/>
                  <a:pt x="413845" y="291662"/>
                </a:cubicBezTo>
                <a:cubicBezTo>
                  <a:pt x="416196" y="283824"/>
                  <a:pt x="428526" y="273040"/>
                  <a:pt x="433552" y="268014"/>
                </a:cubicBezTo>
                <a:cubicBezTo>
                  <a:pt x="436180" y="260131"/>
                  <a:pt x="437102" y="251456"/>
                  <a:pt x="441435" y="244366"/>
                </a:cubicBezTo>
                <a:cubicBezTo>
                  <a:pt x="451711" y="227550"/>
                  <a:pt x="468094" y="214695"/>
                  <a:pt x="476907" y="197069"/>
                </a:cubicBezTo>
                <a:cubicBezTo>
                  <a:pt x="514633" y="121617"/>
                  <a:pt x="466327" y="214704"/>
                  <a:pt x="500555" y="157656"/>
                </a:cubicBezTo>
                <a:cubicBezTo>
                  <a:pt x="505089" y="150099"/>
                  <a:pt x="509106" y="142190"/>
                  <a:pt x="512379" y="134007"/>
                </a:cubicBezTo>
                <a:cubicBezTo>
                  <a:pt x="532372" y="84027"/>
                  <a:pt x="503071" y="146532"/>
                  <a:pt x="520262" y="106418"/>
                </a:cubicBezTo>
                <a:cubicBezTo>
                  <a:pt x="522576" y="101017"/>
                  <a:pt x="525517" y="95907"/>
                  <a:pt x="528145" y="90652"/>
                </a:cubicBezTo>
                <a:cubicBezTo>
                  <a:pt x="529459" y="84083"/>
                  <a:pt x="530461" y="77444"/>
                  <a:pt x="532086" y="70945"/>
                </a:cubicBezTo>
                <a:cubicBezTo>
                  <a:pt x="542287" y="30141"/>
                  <a:pt x="537759" y="57479"/>
                  <a:pt x="543910" y="23649"/>
                </a:cubicBezTo>
                <a:cubicBezTo>
                  <a:pt x="545340" y="15786"/>
                  <a:pt x="547852" y="0"/>
                  <a:pt x="54785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960E0B7-8065-2902-21E8-75A151316E3A}"/>
              </a:ext>
            </a:extLst>
          </p:cNvPr>
          <p:cNvSpPr/>
          <p:nvPr/>
        </p:nvSpPr>
        <p:spPr>
          <a:xfrm>
            <a:off x="4662651" y="3550560"/>
            <a:ext cx="1966748" cy="2289297"/>
          </a:xfrm>
          <a:custGeom>
            <a:avLst/>
            <a:gdLst>
              <a:gd name="csX0" fmla="*/ 0 w 1966748"/>
              <a:gd name="csY0" fmla="*/ 1016876 h 2289297"/>
              <a:gd name="csX1" fmla="*/ 7883 w 1966748"/>
              <a:gd name="csY1" fmla="*/ 941990 h 2289297"/>
              <a:gd name="csX2" fmla="*/ 15766 w 1966748"/>
              <a:gd name="csY2" fmla="*/ 902576 h 2289297"/>
              <a:gd name="csX3" fmla="*/ 59121 w 1966748"/>
              <a:gd name="csY3" fmla="*/ 784335 h 2289297"/>
              <a:gd name="csX4" fmla="*/ 82769 w 1966748"/>
              <a:gd name="csY4" fmla="*/ 729156 h 2289297"/>
              <a:gd name="csX5" fmla="*/ 145831 w 1966748"/>
              <a:gd name="csY5" fmla="*/ 563618 h 2289297"/>
              <a:gd name="csX6" fmla="*/ 153714 w 1966748"/>
              <a:gd name="csY6" fmla="*/ 524204 h 2289297"/>
              <a:gd name="csX7" fmla="*/ 169479 w 1966748"/>
              <a:gd name="csY7" fmla="*/ 469025 h 2289297"/>
              <a:gd name="csX8" fmla="*/ 189186 w 1966748"/>
              <a:gd name="csY8" fmla="*/ 354725 h 2289297"/>
              <a:gd name="csX9" fmla="*/ 220717 w 1966748"/>
              <a:gd name="csY9" fmla="*/ 248307 h 2289297"/>
              <a:gd name="csX10" fmla="*/ 236483 w 1966748"/>
              <a:gd name="csY10" fmla="*/ 169480 h 2289297"/>
              <a:gd name="csX11" fmla="*/ 260131 w 1966748"/>
              <a:gd name="csY11" fmla="*/ 126125 h 2289297"/>
              <a:gd name="csX12" fmla="*/ 271955 w 1966748"/>
              <a:gd name="csY12" fmla="*/ 94593 h 2289297"/>
              <a:gd name="csX13" fmla="*/ 283779 w 1966748"/>
              <a:gd name="csY13" fmla="*/ 70945 h 2289297"/>
              <a:gd name="csX14" fmla="*/ 287721 w 1966748"/>
              <a:gd name="csY14" fmla="*/ 51238 h 2289297"/>
              <a:gd name="csX15" fmla="*/ 291662 w 1966748"/>
              <a:gd name="csY15" fmla="*/ 35473 h 2289297"/>
              <a:gd name="csX16" fmla="*/ 311369 w 1966748"/>
              <a:gd name="csY16" fmla="*/ 23649 h 2289297"/>
              <a:gd name="csX17" fmla="*/ 374431 w 1966748"/>
              <a:gd name="csY17" fmla="*/ 0 h 2289297"/>
              <a:gd name="csX18" fmla="*/ 417786 w 1966748"/>
              <a:gd name="csY18" fmla="*/ 11825 h 2289297"/>
              <a:gd name="csX19" fmla="*/ 441434 w 1966748"/>
              <a:gd name="csY19" fmla="*/ 27590 h 2289297"/>
              <a:gd name="csX20" fmla="*/ 555734 w 1966748"/>
              <a:gd name="csY20" fmla="*/ 161597 h 2289297"/>
              <a:gd name="csX21" fmla="*/ 587266 w 1966748"/>
              <a:gd name="csY21" fmla="*/ 216776 h 2289297"/>
              <a:gd name="csX22" fmla="*/ 599090 w 1966748"/>
              <a:gd name="csY22" fmla="*/ 240425 h 2289297"/>
              <a:gd name="csX23" fmla="*/ 650328 w 1966748"/>
              <a:gd name="csY23" fmla="*/ 409904 h 2289297"/>
              <a:gd name="csX24" fmla="*/ 681859 w 1966748"/>
              <a:gd name="csY24" fmla="*/ 528145 h 2289297"/>
              <a:gd name="csX25" fmla="*/ 685800 w 1966748"/>
              <a:gd name="csY25" fmla="*/ 599090 h 2289297"/>
              <a:gd name="csX26" fmla="*/ 673976 w 1966748"/>
              <a:gd name="csY26" fmla="*/ 926225 h 2289297"/>
              <a:gd name="csX27" fmla="*/ 705507 w 1966748"/>
              <a:gd name="csY27" fmla="*/ 1139059 h 2289297"/>
              <a:gd name="csX28" fmla="*/ 737038 w 1966748"/>
              <a:gd name="csY28" fmla="*/ 1269125 h 2289297"/>
              <a:gd name="csX29" fmla="*/ 740979 w 1966748"/>
              <a:gd name="csY29" fmla="*/ 1379483 h 2289297"/>
              <a:gd name="csX30" fmla="*/ 804041 w 1966748"/>
              <a:gd name="csY30" fmla="*/ 1686911 h 2289297"/>
              <a:gd name="csX31" fmla="*/ 831631 w 1966748"/>
              <a:gd name="csY31" fmla="*/ 1742090 h 2289297"/>
              <a:gd name="csX32" fmla="*/ 843455 w 1966748"/>
              <a:gd name="csY32" fmla="*/ 1781504 h 2289297"/>
              <a:gd name="csX33" fmla="*/ 871045 w 1966748"/>
              <a:gd name="csY33" fmla="*/ 1832742 h 2289297"/>
              <a:gd name="csX34" fmla="*/ 922283 w 1966748"/>
              <a:gd name="csY34" fmla="*/ 1954925 h 2289297"/>
              <a:gd name="csX35" fmla="*/ 989286 w 1966748"/>
              <a:gd name="csY35" fmla="*/ 2077107 h 2289297"/>
              <a:gd name="csX36" fmla="*/ 1008993 w 1966748"/>
              <a:gd name="csY36" fmla="*/ 2112580 h 2289297"/>
              <a:gd name="csX37" fmla="*/ 1024759 w 1966748"/>
              <a:gd name="csY37" fmla="*/ 2128345 h 2289297"/>
              <a:gd name="csX38" fmla="*/ 1040524 w 1966748"/>
              <a:gd name="csY38" fmla="*/ 2140169 h 2289297"/>
              <a:gd name="csX39" fmla="*/ 1052348 w 1966748"/>
              <a:gd name="csY39" fmla="*/ 2155935 h 2289297"/>
              <a:gd name="csX40" fmla="*/ 1079938 w 1966748"/>
              <a:gd name="csY40" fmla="*/ 2183525 h 2289297"/>
              <a:gd name="csX41" fmla="*/ 1095703 w 1966748"/>
              <a:gd name="csY41" fmla="*/ 2218997 h 2289297"/>
              <a:gd name="csX42" fmla="*/ 1107528 w 1966748"/>
              <a:gd name="csY42" fmla="*/ 2238704 h 2289297"/>
              <a:gd name="csX43" fmla="*/ 1115410 w 1966748"/>
              <a:gd name="csY43" fmla="*/ 2258411 h 2289297"/>
              <a:gd name="csX44" fmla="*/ 1135117 w 1966748"/>
              <a:gd name="csY44" fmla="*/ 2266293 h 2289297"/>
              <a:gd name="csX45" fmla="*/ 1194238 w 1966748"/>
              <a:gd name="csY45" fmla="*/ 2278118 h 2289297"/>
              <a:gd name="csX46" fmla="*/ 1253359 w 1966748"/>
              <a:gd name="csY46" fmla="*/ 2282059 h 2289297"/>
              <a:gd name="csX47" fmla="*/ 1241534 w 1966748"/>
              <a:gd name="csY47" fmla="*/ 2266293 h 2289297"/>
              <a:gd name="csX48" fmla="*/ 1261241 w 1966748"/>
              <a:gd name="csY48" fmla="*/ 2254469 h 2289297"/>
              <a:gd name="csX49" fmla="*/ 1288831 w 1966748"/>
              <a:gd name="csY49" fmla="*/ 2215056 h 2289297"/>
              <a:gd name="csX50" fmla="*/ 1308538 w 1966748"/>
              <a:gd name="csY50" fmla="*/ 2159876 h 2289297"/>
              <a:gd name="csX51" fmla="*/ 1336128 w 1966748"/>
              <a:gd name="csY51" fmla="*/ 2124404 h 2289297"/>
              <a:gd name="csX52" fmla="*/ 1355834 w 1966748"/>
              <a:gd name="csY52" fmla="*/ 2088931 h 2289297"/>
              <a:gd name="csX53" fmla="*/ 1414955 w 1966748"/>
              <a:gd name="csY53" fmla="*/ 2045576 h 2289297"/>
              <a:gd name="csX54" fmla="*/ 1462252 w 1966748"/>
              <a:gd name="csY54" fmla="*/ 2014045 h 2289297"/>
              <a:gd name="csX55" fmla="*/ 1592317 w 1966748"/>
              <a:gd name="csY55" fmla="*/ 1970690 h 2289297"/>
              <a:gd name="csX56" fmla="*/ 1647497 w 1966748"/>
              <a:gd name="csY56" fmla="*/ 1954925 h 2289297"/>
              <a:gd name="csX57" fmla="*/ 1730266 w 1966748"/>
              <a:gd name="csY57" fmla="*/ 1919452 h 2289297"/>
              <a:gd name="csX58" fmla="*/ 1785445 w 1966748"/>
              <a:gd name="csY58" fmla="*/ 1915511 h 2289297"/>
              <a:gd name="csX59" fmla="*/ 1868214 w 1966748"/>
              <a:gd name="csY59" fmla="*/ 1911569 h 2289297"/>
              <a:gd name="csX60" fmla="*/ 1915510 w 1966748"/>
              <a:gd name="csY60" fmla="*/ 1903687 h 2289297"/>
              <a:gd name="csX61" fmla="*/ 1927334 w 1966748"/>
              <a:gd name="csY61" fmla="*/ 1899745 h 2289297"/>
              <a:gd name="csX62" fmla="*/ 1939159 w 1966748"/>
              <a:gd name="csY62" fmla="*/ 1891862 h 2289297"/>
              <a:gd name="csX63" fmla="*/ 1966748 w 1966748"/>
              <a:gd name="csY63" fmla="*/ 1911569 h 22892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1966748" h="2289297">
                <a:moveTo>
                  <a:pt x="0" y="1016876"/>
                </a:moveTo>
                <a:cubicBezTo>
                  <a:pt x="769" y="1009183"/>
                  <a:pt x="6407" y="951337"/>
                  <a:pt x="7883" y="941990"/>
                </a:cubicBezTo>
                <a:cubicBezTo>
                  <a:pt x="9973" y="928756"/>
                  <a:pt x="11625" y="915318"/>
                  <a:pt x="15766" y="902576"/>
                </a:cubicBezTo>
                <a:cubicBezTo>
                  <a:pt x="28741" y="862652"/>
                  <a:pt x="59121" y="784335"/>
                  <a:pt x="59121" y="784335"/>
                </a:cubicBezTo>
                <a:cubicBezTo>
                  <a:pt x="69069" y="724644"/>
                  <a:pt x="52671" y="804403"/>
                  <a:pt x="82769" y="729156"/>
                </a:cubicBezTo>
                <a:cubicBezTo>
                  <a:pt x="184397" y="475084"/>
                  <a:pt x="67952" y="730498"/>
                  <a:pt x="145831" y="563618"/>
                </a:cubicBezTo>
                <a:cubicBezTo>
                  <a:pt x="148459" y="550480"/>
                  <a:pt x="150464" y="537202"/>
                  <a:pt x="153714" y="524204"/>
                </a:cubicBezTo>
                <a:cubicBezTo>
                  <a:pt x="158353" y="505646"/>
                  <a:pt x="165560" y="487748"/>
                  <a:pt x="169479" y="469025"/>
                </a:cubicBezTo>
                <a:cubicBezTo>
                  <a:pt x="177399" y="431183"/>
                  <a:pt x="178838" y="391977"/>
                  <a:pt x="189186" y="354725"/>
                </a:cubicBezTo>
                <a:cubicBezTo>
                  <a:pt x="212229" y="271771"/>
                  <a:pt x="201132" y="307064"/>
                  <a:pt x="220717" y="248307"/>
                </a:cubicBezTo>
                <a:cubicBezTo>
                  <a:pt x="224657" y="208912"/>
                  <a:pt x="222285" y="207342"/>
                  <a:pt x="236483" y="169480"/>
                </a:cubicBezTo>
                <a:cubicBezTo>
                  <a:pt x="250225" y="132833"/>
                  <a:pt x="245083" y="158730"/>
                  <a:pt x="260131" y="126125"/>
                </a:cubicBezTo>
                <a:cubicBezTo>
                  <a:pt x="264835" y="115933"/>
                  <a:pt x="267533" y="104911"/>
                  <a:pt x="271955" y="94593"/>
                </a:cubicBezTo>
                <a:cubicBezTo>
                  <a:pt x="275427" y="86492"/>
                  <a:pt x="279838" y="78828"/>
                  <a:pt x="283779" y="70945"/>
                </a:cubicBezTo>
                <a:cubicBezTo>
                  <a:pt x="285093" y="64376"/>
                  <a:pt x="286268" y="57778"/>
                  <a:pt x="287721" y="51238"/>
                </a:cubicBezTo>
                <a:cubicBezTo>
                  <a:pt x="288896" y="45950"/>
                  <a:pt x="288137" y="39586"/>
                  <a:pt x="291662" y="35473"/>
                </a:cubicBezTo>
                <a:cubicBezTo>
                  <a:pt x="296648" y="29657"/>
                  <a:pt x="304995" y="27898"/>
                  <a:pt x="311369" y="23649"/>
                </a:cubicBezTo>
                <a:cubicBezTo>
                  <a:pt x="351835" y="-3328"/>
                  <a:pt x="324363" y="5564"/>
                  <a:pt x="374431" y="0"/>
                </a:cubicBezTo>
                <a:cubicBezTo>
                  <a:pt x="388883" y="3942"/>
                  <a:pt x="403935" y="6121"/>
                  <a:pt x="417786" y="11825"/>
                </a:cubicBezTo>
                <a:cubicBezTo>
                  <a:pt x="426546" y="15432"/>
                  <a:pt x="435016" y="20622"/>
                  <a:pt x="441434" y="27590"/>
                </a:cubicBezTo>
                <a:cubicBezTo>
                  <a:pt x="481209" y="70774"/>
                  <a:pt x="526605" y="110622"/>
                  <a:pt x="555734" y="161597"/>
                </a:cubicBezTo>
                <a:cubicBezTo>
                  <a:pt x="566245" y="179990"/>
                  <a:pt x="577057" y="198214"/>
                  <a:pt x="587266" y="216776"/>
                </a:cubicBezTo>
                <a:cubicBezTo>
                  <a:pt x="591513" y="224498"/>
                  <a:pt x="595995" y="232173"/>
                  <a:pt x="599090" y="240425"/>
                </a:cubicBezTo>
                <a:cubicBezTo>
                  <a:pt x="616855" y="287800"/>
                  <a:pt x="638825" y="363891"/>
                  <a:pt x="650328" y="409904"/>
                </a:cubicBezTo>
                <a:cubicBezTo>
                  <a:pt x="682124" y="537088"/>
                  <a:pt x="639364" y="400662"/>
                  <a:pt x="681859" y="528145"/>
                </a:cubicBezTo>
                <a:cubicBezTo>
                  <a:pt x="683173" y="551793"/>
                  <a:pt x="686108" y="575407"/>
                  <a:pt x="685800" y="599090"/>
                </a:cubicBezTo>
                <a:cubicBezTo>
                  <a:pt x="684871" y="670586"/>
                  <a:pt x="677881" y="832504"/>
                  <a:pt x="673976" y="926225"/>
                </a:cubicBezTo>
                <a:cubicBezTo>
                  <a:pt x="684486" y="997170"/>
                  <a:pt x="692535" y="1068523"/>
                  <a:pt x="705507" y="1139059"/>
                </a:cubicBezTo>
                <a:cubicBezTo>
                  <a:pt x="713576" y="1182934"/>
                  <a:pt x="730527" y="1224992"/>
                  <a:pt x="737038" y="1269125"/>
                </a:cubicBezTo>
                <a:cubicBezTo>
                  <a:pt x="742411" y="1305540"/>
                  <a:pt x="736523" y="1342944"/>
                  <a:pt x="740979" y="1379483"/>
                </a:cubicBezTo>
                <a:cubicBezTo>
                  <a:pt x="751850" y="1468622"/>
                  <a:pt x="770015" y="1594553"/>
                  <a:pt x="804041" y="1686911"/>
                </a:cubicBezTo>
                <a:cubicBezTo>
                  <a:pt x="811150" y="1706207"/>
                  <a:pt x="823722" y="1723108"/>
                  <a:pt x="831631" y="1742090"/>
                </a:cubicBezTo>
                <a:cubicBezTo>
                  <a:pt x="836907" y="1754751"/>
                  <a:pt x="838639" y="1768661"/>
                  <a:pt x="843455" y="1781504"/>
                </a:cubicBezTo>
                <a:cubicBezTo>
                  <a:pt x="853272" y="1807684"/>
                  <a:pt x="859012" y="1805844"/>
                  <a:pt x="871045" y="1832742"/>
                </a:cubicBezTo>
                <a:cubicBezTo>
                  <a:pt x="889080" y="1873056"/>
                  <a:pt x="900030" y="1916777"/>
                  <a:pt x="922283" y="1954925"/>
                </a:cubicBezTo>
                <a:cubicBezTo>
                  <a:pt x="970866" y="2038210"/>
                  <a:pt x="930892" y="1968105"/>
                  <a:pt x="989286" y="2077107"/>
                </a:cubicBezTo>
                <a:cubicBezTo>
                  <a:pt x="995674" y="2089030"/>
                  <a:pt x="999428" y="2103016"/>
                  <a:pt x="1008993" y="2112580"/>
                </a:cubicBezTo>
                <a:cubicBezTo>
                  <a:pt x="1014248" y="2117835"/>
                  <a:pt x="1019166" y="2123451"/>
                  <a:pt x="1024759" y="2128345"/>
                </a:cubicBezTo>
                <a:cubicBezTo>
                  <a:pt x="1029703" y="2132671"/>
                  <a:pt x="1035879" y="2135524"/>
                  <a:pt x="1040524" y="2140169"/>
                </a:cubicBezTo>
                <a:cubicBezTo>
                  <a:pt x="1045169" y="2144814"/>
                  <a:pt x="1047929" y="2151074"/>
                  <a:pt x="1052348" y="2155935"/>
                </a:cubicBezTo>
                <a:cubicBezTo>
                  <a:pt x="1061097" y="2165559"/>
                  <a:pt x="1079938" y="2183525"/>
                  <a:pt x="1079938" y="2183525"/>
                </a:cubicBezTo>
                <a:cubicBezTo>
                  <a:pt x="1085193" y="2195349"/>
                  <a:pt x="1089916" y="2207424"/>
                  <a:pt x="1095703" y="2218997"/>
                </a:cubicBezTo>
                <a:cubicBezTo>
                  <a:pt x="1099129" y="2225849"/>
                  <a:pt x="1104102" y="2231852"/>
                  <a:pt x="1107528" y="2238704"/>
                </a:cubicBezTo>
                <a:cubicBezTo>
                  <a:pt x="1110692" y="2245032"/>
                  <a:pt x="1110407" y="2253408"/>
                  <a:pt x="1115410" y="2258411"/>
                </a:cubicBezTo>
                <a:cubicBezTo>
                  <a:pt x="1120413" y="2263414"/>
                  <a:pt x="1128314" y="2264349"/>
                  <a:pt x="1135117" y="2266293"/>
                </a:cubicBezTo>
                <a:cubicBezTo>
                  <a:pt x="1155309" y="2272062"/>
                  <a:pt x="1173870" y="2274723"/>
                  <a:pt x="1194238" y="2278118"/>
                </a:cubicBezTo>
                <a:cubicBezTo>
                  <a:pt x="1212481" y="2285414"/>
                  <a:pt x="1232516" y="2296947"/>
                  <a:pt x="1253359" y="2282059"/>
                </a:cubicBezTo>
                <a:cubicBezTo>
                  <a:pt x="1258705" y="2278241"/>
                  <a:pt x="1245476" y="2271548"/>
                  <a:pt x="1241534" y="2266293"/>
                </a:cubicBezTo>
                <a:cubicBezTo>
                  <a:pt x="1248103" y="2262352"/>
                  <a:pt x="1255547" y="2259594"/>
                  <a:pt x="1261241" y="2254469"/>
                </a:cubicBezTo>
                <a:cubicBezTo>
                  <a:pt x="1278308" y="2239109"/>
                  <a:pt x="1280024" y="2232669"/>
                  <a:pt x="1288831" y="2215056"/>
                </a:cubicBezTo>
                <a:cubicBezTo>
                  <a:pt x="1293564" y="2191390"/>
                  <a:pt x="1293423" y="2184609"/>
                  <a:pt x="1308538" y="2159876"/>
                </a:cubicBezTo>
                <a:cubicBezTo>
                  <a:pt x="1316349" y="2147094"/>
                  <a:pt x="1327819" y="2136868"/>
                  <a:pt x="1336128" y="2124404"/>
                </a:cubicBezTo>
                <a:cubicBezTo>
                  <a:pt x="1343631" y="2113149"/>
                  <a:pt x="1347718" y="2099752"/>
                  <a:pt x="1355834" y="2088931"/>
                </a:cubicBezTo>
                <a:cubicBezTo>
                  <a:pt x="1381927" y="2054140"/>
                  <a:pt x="1380652" y="2066158"/>
                  <a:pt x="1414955" y="2045576"/>
                </a:cubicBezTo>
                <a:cubicBezTo>
                  <a:pt x="1431203" y="2035827"/>
                  <a:pt x="1445118" y="2022136"/>
                  <a:pt x="1462252" y="2014045"/>
                </a:cubicBezTo>
                <a:cubicBezTo>
                  <a:pt x="1554190" y="1970630"/>
                  <a:pt x="1529006" y="1987206"/>
                  <a:pt x="1592317" y="1970690"/>
                </a:cubicBezTo>
                <a:cubicBezTo>
                  <a:pt x="1610827" y="1965861"/>
                  <a:pt x="1647497" y="1954925"/>
                  <a:pt x="1647497" y="1954925"/>
                </a:cubicBezTo>
                <a:cubicBezTo>
                  <a:pt x="1677911" y="1937545"/>
                  <a:pt x="1691171" y="1927829"/>
                  <a:pt x="1730266" y="1919452"/>
                </a:cubicBezTo>
                <a:cubicBezTo>
                  <a:pt x="1748297" y="1915588"/>
                  <a:pt x="1767035" y="1916563"/>
                  <a:pt x="1785445" y="1915511"/>
                </a:cubicBezTo>
                <a:lnTo>
                  <a:pt x="1868214" y="1911569"/>
                </a:lnTo>
                <a:cubicBezTo>
                  <a:pt x="1883979" y="1908942"/>
                  <a:pt x="1899838" y="1906821"/>
                  <a:pt x="1915510" y="1903687"/>
                </a:cubicBezTo>
                <a:cubicBezTo>
                  <a:pt x="1919584" y="1902872"/>
                  <a:pt x="1923618" y="1901603"/>
                  <a:pt x="1927334" y="1899745"/>
                </a:cubicBezTo>
                <a:cubicBezTo>
                  <a:pt x="1931571" y="1897626"/>
                  <a:pt x="1935217" y="1894490"/>
                  <a:pt x="1939159" y="1891862"/>
                </a:cubicBezTo>
                <a:cubicBezTo>
                  <a:pt x="1966748" y="1901059"/>
                  <a:pt x="1960180" y="1891862"/>
                  <a:pt x="1966748" y="19115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56BAA1-1F44-80ED-37CD-E54330C673F0}"/>
              </a:ext>
            </a:extLst>
          </p:cNvPr>
          <p:cNvSpPr txBox="1"/>
          <p:nvPr/>
        </p:nvSpPr>
        <p:spPr>
          <a:xfrm>
            <a:off x="8170479" y="622738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or nothing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26B28-67CB-0758-7CFD-9F68550F313D}"/>
              </a:ext>
            </a:extLst>
          </p:cNvPr>
          <p:cNvSpPr txBox="1"/>
          <p:nvPr/>
        </p:nvSpPr>
        <p:spPr>
          <a:xfrm>
            <a:off x="5510047" y="1466193"/>
            <a:ext cx="545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Hodgkin &amp; Huxley</a:t>
            </a:r>
          </a:p>
          <a:p>
            <a:r>
              <a:rPr lang="en-US" dirty="0"/>
              <a:t>4 – 1</a:t>
            </a:r>
            <a:r>
              <a:rPr lang="en-US" baseline="30000" dirty="0"/>
              <a:t>st</a:t>
            </a:r>
            <a:r>
              <a:rPr lang="en-US" dirty="0"/>
              <a:t> order interlocking differential equations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E8A476-627B-E4E2-C3DD-A3C8F5B74D61}"/>
              </a:ext>
            </a:extLst>
          </p:cNvPr>
          <p:cNvCxnSpPr/>
          <p:nvPr/>
        </p:nvCxnSpPr>
        <p:spPr>
          <a:xfrm>
            <a:off x="6444155" y="2849617"/>
            <a:ext cx="5044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C10DF26-4ADC-36E1-22FF-E25BA7A39362}"/>
              </a:ext>
            </a:extLst>
          </p:cNvPr>
          <p:cNvCxnSpPr/>
          <p:nvPr/>
        </p:nvCxnSpPr>
        <p:spPr>
          <a:xfrm>
            <a:off x="6976241" y="2554014"/>
            <a:ext cx="0" cy="661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D4DB33-3A02-3D0B-72B5-978EF613AB68}"/>
              </a:ext>
            </a:extLst>
          </p:cNvPr>
          <p:cNvCxnSpPr/>
          <p:nvPr/>
        </p:nvCxnSpPr>
        <p:spPr>
          <a:xfrm>
            <a:off x="6976241" y="3463159"/>
            <a:ext cx="0" cy="661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77A10C-8682-2A8C-6A71-3AE4D7A2178B}"/>
              </a:ext>
            </a:extLst>
          </p:cNvPr>
          <p:cNvCxnSpPr/>
          <p:nvPr/>
        </p:nvCxnSpPr>
        <p:spPr>
          <a:xfrm>
            <a:off x="6720052" y="3215543"/>
            <a:ext cx="532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D7366D8-13C6-FD51-7EF1-A5BCC68A340F}"/>
              </a:ext>
            </a:extLst>
          </p:cNvPr>
          <p:cNvCxnSpPr/>
          <p:nvPr/>
        </p:nvCxnSpPr>
        <p:spPr>
          <a:xfrm>
            <a:off x="6708228" y="3429000"/>
            <a:ext cx="532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465F006-4B90-07A1-F890-CF1D0B887A24}"/>
              </a:ext>
            </a:extLst>
          </p:cNvPr>
          <p:cNvCxnSpPr/>
          <p:nvPr/>
        </p:nvCxnSpPr>
        <p:spPr>
          <a:xfrm>
            <a:off x="7851228" y="2506717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4629A78-660A-740D-75A8-B2FEE99B112F}"/>
              </a:ext>
            </a:extLst>
          </p:cNvPr>
          <p:cNvCxnSpPr/>
          <p:nvPr/>
        </p:nvCxnSpPr>
        <p:spPr>
          <a:xfrm flipH="1">
            <a:off x="7721162" y="3082159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007BF7D-3FDA-6889-94A4-2DE652DFA17F}"/>
              </a:ext>
            </a:extLst>
          </p:cNvPr>
          <p:cNvCxnSpPr/>
          <p:nvPr/>
        </p:nvCxnSpPr>
        <p:spPr>
          <a:xfrm flipH="1">
            <a:off x="7784224" y="3215543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ACFABB-F14F-B2DE-1B18-EF4D9042A1A7}"/>
              </a:ext>
            </a:extLst>
          </p:cNvPr>
          <p:cNvCxnSpPr/>
          <p:nvPr/>
        </p:nvCxnSpPr>
        <p:spPr>
          <a:xfrm flipH="1">
            <a:off x="7784224" y="3381392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CF0C00E-01E9-31B3-F95A-22329CB8560A}"/>
              </a:ext>
            </a:extLst>
          </p:cNvPr>
          <p:cNvCxnSpPr/>
          <p:nvPr/>
        </p:nvCxnSpPr>
        <p:spPr>
          <a:xfrm>
            <a:off x="7849257" y="3463159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65762D0-2051-E884-FC37-707D8DD26DC0}"/>
              </a:ext>
            </a:extLst>
          </p:cNvPr>
          <p:cNvCxnSpPr/>
          <p:nvPr/>
        </p:nvCxnSpPr>
        <p:spPr>
          <a:xfrm>
            <a:off x="7677807" y="4039914"/>
            <a:ext cx="4926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723E5CC-FABA-CCAE-7878-CDEE71EEF0F7}"/>
              </a:ext>
            </a:extLst>
          </p:cNvPr>
          <p:cNvCxnSpPr>
            <a:cxnSpLocks/>
          </p:cNvCxnSpPr>
          <p:nvPr/>
        </p:nvCxnSpPr>
        <p:spPr>
          <a:xfrm>
            <a:off x="7784224" y="4132571"/>
            <a:ext cx="1478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AF8841F-63E9-20A5-CE0D-6D57327EE2C9}"/>
              </a:ext>
            </a:extLst>
          </p:cNvPr>
          <p:cNvCxnSpPr/>
          <p:nvPr/>
        </p:nvCxnSpPr>
        <p:spPr>
          <a:xfrm>
            <a:off x="7873563" y="4149649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D9138D-D186-0F3E-C8A2-4634D98001DB}"/>
              </a:ext>
            </a:extLst>
          </p:cNvPr>
          <p:cNvCxnSpPr/>
          <p:nvPr/>
        </p:nvCxnSpPr>
        <p:spPr>
          <a:xfrm>
            <a:off x="8852338" y="2483692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48570D0-00ED-F318-2CB1-48567536B772}"/>
              </a:ext>
            </a:extLst>
          </p:cNvPr>
          <p:cNvCxnSpPr/>
          <p:nvPr/>
        </p:nvCxnSpPr>
        <p:spPr>
          <a:xfrm flipH="1">
            <a:off x="8722272" y="3059134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C98D455-F535-D941-714E-9A4EDF90C04D}"/>
              </a:ext>
            </a:extLst>
          </p:cNvPr>
          <p:cNvCxnSpPr/>
          <p:nvPr/>
        </p:nvCxnSpPr>
        <p:spPr>
          <a:xfrm flipH="1">
            <a:off x="8785334" y="3192518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9E7C96-2C05-0C92-B704-E4E1E72BE799}"/>
              </a:ext>
            </a:extLst>
          </p:cNvPr>
          <p:cNvCxnSpPr/>
          <p:nvPr/>
        </p:nvCxnSpPr>
        <p:spPr>
          <a:xfrm flipH="1">
            <a:off x="8785334" y="3358367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9C23536-7D8A-B133-F03A-84EF8E7FDAE8}"/>
              </a:ext>
            </a:extLst>
          </p:cNvPr>
          <p:cNvCxnSpPr/>
          <p:nvPr/>
        </p:nvCxnSpPr>
        <p:spPr>
          <a:xfrm>
            <a:off x="8850367" y="3440134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664FE1-9C7C-64C8-C421-85657FB19418}"/>
              </a:ext>
            </a:extLst>
          </p:cNvPr>
          <p:cNvCxnSpPr/>
          <p:nvPr/>
        </p:nvCxnSpPr>
        <p:spPr>
          <a:xfrm>
            <a:off x="8678917" y="4016889"/>
            <a:ext cx="4926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B5D82C6-3C84-1DA9-C4AE-570B133F2238}"/>
              </a:ext>
            </a:extLst>
          </p:cNvPr>
          <p:cNvCxnSpPr>
            <a:cxnSpLocks/>
          </p:cNvCxnSpPr>
          <p:nvPr/>
        </p:nvCxnSpPr>
        <p:spPr>
          <a:xfrm>
            <a:off x="8785334" y="4109546"/>
            <a:ext cx="1478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4BC3EFC-73CC-B199-CF57-37A25274F0F8}"/>
              </a:ext>
            </a:extLst>
          </p:cNvPr>
          <p:cNvCxnSpPr/>
          <p:nvPr/>
        </p:nvCxnSpPr>
        <p:spPr>
          <a:xfrm>
            <a:off x="8874673" y="4126624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0AFB59-5B0E-85D1-2160-119E050018CB}"/>
              </a:ext>
            </a:extLst>
          </p:cNvPr>
          <p:cNvCxnSpPr/>
          <p:nvPr/>
        </p:nvCxnSpPr>
        <p:spPr>
          <a:xfrm>
            <a:off x="9853448" y="2460667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A821E77-FA28-72E8-EE87-07738A24C5FD}"/>
              </a:ext>
            </a:extLst>
          </p:cNvPr>
          <p:cNvCxnSpPr/>
          <p:nvPr/>
        </p:nvCxnSpPr>
        <p:spPr>
          <a:xfrm flipH="1">
            <a:off x="9723382" y="3036109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527EEBE-770E-43DD-41A1-8D7FE22CE3A6}"/>
              </a:ext>
            </a:extLst>
          </p:cNvPr>
          <p:cNvCxnSpPr/>
          <p:nvPr/>
        </p:nvCxnSpPr>
        <p:spPr>
          <a:xfrm flipH="1">
            <a:off x="9786444" y="3169493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7D0499A-26D0-4CA0-E5D2-715AA9DCC1B9}"/>
              </a:ext>
            </a:extLst>
          </p:cNvPr>
          <p:cNvCxnSpPr/>
          <p:nvPr/>
        </p:nvCxnSpPr>
        <p:spPr>
          <a:xfrm flipH="1">
            <a:off x="9786444" y="3335342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D1ABAFD-D95D-84EC-C788-2E6CCBADE9FE}"/>
              </a:ext>
            </a:extLst>
          </p:cNvPr>
          <p:cNvCxnSpPr/>
          <p:nvPr/>
        </p:nvCxnSpPr>
        <p:spPr>
          <a:xfrm>
            <a:off x="9851477" y="3417109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ECE1967-11DE-8275-D13D-BC3149BA809C}"/>
              </a:ext>
            </a:extLst>
          </p:cNvPr>
          <p:cNvCxnSpPr/>
          <p:nvPr/>
        </p:nvCxnSpPr>
        <p:spPr>
          <a:xfrm>
            <a:off x="9680027" y="3993864"/>
            <a:ext cx="4926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2404876-2A22-552B-24DE-F411776D68D4}"/>
              </a:ext>
            </a:extLst>
          </p:cNvPr>
          <p:cNvCxnSpPr>
            <a:cxnSpLocks/>
          </p:cNvCxnSpPr>
          <p:nvPr/>
        </p:nvCxnSpPr>
        <p:spPr>
          <a:xfrm>
            <a:off x="9786444" y="4086521"/>
            <a:ext cx="1478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69A2740-EB09-FEF5-E16D-C2B92AF399C9}"/>
              </a:ext>
            </a:extLst>
          </p:cNvPr>
          <p:cNvCxnSpPr/>
          <p:nvPr/>
        </p:nvCxnSpPr>
        <p:spPr>
          <a:xfrm>
            <a:off x="9875783" y="4103599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75BBCF1-6747-B51A-E3A2-998906275E4F}"/>
              </a:ext>
            </a:extLst>
          </p:cNvPr>
          <p:cNvSpPr txBox="1"/>
          <p:nvPr/>
        </p:nvSpPr>
        <p:spPr>
          <a:xfrm>
            <a:off x="10074166" y="3215543"/>
            <a:ext cx="1830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Zk</a:t>
            </a:r>
            <a:r>
              <a:rPr lang="en-US" dirty="0"/>
              <a:t>(on a delay)</a:t>
            </a:r>
            <a:br>
              <a:rPr lang="en-US" dirty="0"/>
            </a:br>
            <a:r>
              <a:rPr lang="en-US" dirty="0"/>
              <a:t>voltage sensitive</a:t>
            </a:r>
          </a:p>
        </p:txBody>
      </p:sp>
    </p:spTree>
    <p:extLst>
      <p:ext uri="{BB962C8B-B14F-4D97-AF65-F5344CB8AC3E}">
        <p14:creationId xmlns:p14="http://schemas.microsoft.com/office/powerpoint/2010/main" val="205501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CADA-6903-1315-9BD7-DC566AC5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9349135-01AB-D3B6-8684-37131ECB3E54}"/>
              </a:ext>
            </a:extLst>
          </p:cNvPr>
          <p:cNvSpPr/>
          <p:nvPr/>
        </p:nvSpPr>
        <p:spPr>
          <a:xfrm>
            <a:off x="1320362" y="710071"/>
            <a:ext cx="2073166" cy="19746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DD65F-52EA-2087-426C-95DEF6600A57}"/>
              </a:ext>
            </a:extLst>
          </p:cNvPr>
          <p:cNvSpPr txBox="1"/>
          <p:nvPr/>
        </p:nvSpPr>
        <p:spPr>
          <a:xfrm>
            <a:off x="2121143" y="45715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071C2-1417-2940-A368-2C079E0D285C}"/>
              </a:ext>
            </a:extLst>
          </p:cNvPr>
          <p:cNvSpPr txBox="1"/>
          <p:nvPr/>
        </p:nvSpPr>
        <p:spPr>
          <a:xfrm>
            <a:off x="3390460" y="2421671"/>
            <a:ext cx="31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FB511-3655-4596-C984-BCBFCB3DDC94}"/>
              </a:ext>
            </a:extLst>
          </p:cNvPr>
          <p:cNvSpPr txBox="1"/>
          <p:nvPr/>
        </p:nvSpPr>
        <p:spPr>
          <a:xfrm>
            <a:off x="3390460" y="677883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A40B0-24F5-02AF-546B-0FFF9FC1652A}"/>
              </a:ext>
            </a:extLst>
          </p:cNvPr>
          <p:cNvSpPr/>
          <p:nvPr/>
        </p:nvSpPr>
        <p:spPr>
          <a:xfrm>
            <a:off x="2241988" y="489354"/>
            <a:ext cx="201010" cy="4926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08CDE9-08F0-D796-7CC9-23362DB3CBDF}"/>
              </a:ext>
            </a:extLst>
          </p:cNvPr>
          <p:cNvSpPr/>
          <p:nvPr/>
        </p:nvSpPr>
        <p:spPr>
          <a:xfrm rot="8100000">
            <a:off x="3115558" y="2114747"/>
            <a:ext cx="201010" cy="49267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FF4ECA-A30B-6460-01A5-44A5BD2B00C6}"/>
              </a:ext>
            </a:extLst>
          </p:cNvPr>
          <p:cNvCxnSpPr/>
          <p:nvPr/>
        </p:nvCxnSpPr>
        <p:spPr>
          <a:xfrm>
            <a:off x="721272" y="3215543"/>
            <a:ext cx="0" cy="2932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067BA1-BB0A-8CDA-1366-18CA470BEFF6}"/>
              </a:ext>
            </a:extLst>
          </p:cNvPr>
          <p:cNvCxnSpPr/>
          <p:nvPr/>
        </p:nvCxnSpPr>
        <p:spPr>
          <a:xfrm>
            <a:off x="433552" y="5064051"/>
            <a:ext cx="49346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6F4338-61D1-B2C3-780B-F4D28255E1E3}"/>
              </a:ext>
            </a:extLst>
          </p:cNvPr>
          <p:cNvCxnSpPr/>
          <p:nvPr/>
        </p:nvCxnSpPr>
        <p:spPr>
          <a:xfrm>
            <a:off x="354725" y="4488609"/>
            <a:ext cx="501343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DCE166-4D0B-54B5-F0A1-D8C613C0CC31}"/>
              </a:ext>
            </a:extLst>
          </p:cNvPr>
          <p:cNvSpPr txBox="1"/>
          <p:nvPr/>
        </p:nvSpPr>
        <p:spPr>
          <a:xfrm>
            <a:off x="5510047" y="1466193"/>
            <a:ext cx="545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Integrate and fire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C1685A-6420-C297-FDCB-5186F7688245}"/>
              </a:ext>
            </a:extLst>
          </p:cNvPr>
          <p:cNvCxnSpPr/>
          <p:nvPr/>
        </p:nvCxnSpPr>
        <p:spPr>
          <a:xfrm>
            <a:off x="6444155" y="2849617"/>
            <a:ext cx="5044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4B8B1E-C207-8903-7612-43CB31788FA9}"/>
              </a:ext>
            </a:extLst>
          </p:cNvPr>
          <p:cNvCxnSpPr/>
          <p:nvPr/>
        </p:nvCxnSpPr>
        <p:spPr>
          <a:xfrm>
            <a:off x="6976241" y="2554014"/>
            <a:ext cx="0" cy="661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7174A8-D6C6-05D2-30CE-1CDEB8E81845}"/>
              </a:ext>
            </a:extLst>
          </p:cNvPr>
          <p:cNvCxnSpPr/>
          <p:nvPr/>
        </p:nvCxnSpPr>
        <p:spPr>
          <a:xfrm>
            <a:off x="6976241" y="3463159"/>
            <a:ext cx="0" cy="661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A64219-822E-1FB0-358C-88A277296A2F}"/>
              </a:ext>
            </a:extLst>
          </p:cNvPr>
          <p:cNvCxnSpPr/>
          <p:nvPr/>
        </p:nvCxnSpPr>
        <p:spPr>
          <a:xfrm>
            <a:off x="6720052" y="3215543"/>
            <a:ext cx="532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4AA766-2E18-6EC1-F3AD-E2AD396B917D}"/>
              </a:ext>
            </a:extLst>
          </p:cNvPr>
          <p:cNvCxnSpPr/>
          <p:nvPr/>
        </p:nvCxnSpPr>
        <p:spPr>
          <a:xfrm>
            <a:off x="6708228" y="3429000"/>
            <a:ext cx="532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65269D5-8B92-6962-4E69-C0CC709B3A35}"/>
              </a:ext>
            </a:extLst>
          </p:cNvPr>
          <p:cNvSpPr/>
          <p:nvPr/>
        </p:nvSpPr>
        <p:spPr>
          <a:xfrm>
            <a:off x="4699059" y="2136539"/>
            <a:ext cx="633939" cy="6339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11972A6-730E-CC20-3C79-016FA3F082B7}"/>
              </a:ext>
            </a:extLst>
          </p:cNvPr>
          <p:cNvCxnSpPr/>
          <p:nvPr/>
        </p:nvCxnSpPr>
        <p:spPr>
          <a:xfrm>
            <a:off x="5192370" y="2089243"/>
            <a:ext cx="13873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D85FA1-EF09-1C40-0CA8-4602C70696CF}"/>
              </a:ext>
            </a:extLst>
          </p:cNvPr>
          <p:cNvCxnSpPr/>
          <p:nvPr/>
        </p:nvCxnSpPr>
        <p:spPr>
          <a:xfrm>
            <a:off x="6613634" y="2061341"/>
            <a:ext cx="0" cy="98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3FFF06-1226-F94E-7E9B-2B0CBFD0E3B3}"/>
              </a:ext>
            </a:extLst>
          </p:cNvPr>
          <p:cNvSpPr txBox="1"/>
          <p:nvPr/>
        </p:nvSpPr>
        <p:spPr>
          <a:xfrm>
            <a:off x="5666913" y="224658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59B6E8-0104-D01E-BE70-AB5078F82B8E}"/>
              </a:ext>
            </a:extLst>
          </p:cNvPr>
          <p:cNvCxnSpPr/>
          <p:nvPr/>
        </p:nvCxnSpPr>
        <p:spPr>
          <a:xfrm flipV="1">
            <a:off x="906517" y="4520762"/>
            <a:ext cx="1091762" cy="8473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879700B-1080-7E6C-0D56-64AF1C289E13}"/>
              </a:ext>
            </a:extLst>
          </p:cNvPr>
          <p:cNvCxnSpPr/>
          <p:nvPr/>
        </p:nvCxnSpPr>
        <p:spPr>
          <a:xfrm>
            <a:off x="2025868" y="3936470"/>
            <a:ext cx="0" cy="376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A7796BE-CE2B-F381-EA71-42175BC71349}"/>
              </a:ext>
            </a:extLst>
          </p:cNvPr>
          <p:cNvCxnSpPr>
            <a:cxnSpLocks/>
          </p:cNvCxnSpPr>
          <p:nvPr/>
        </p:nvCxnSpPr>
        <p:spPr>
          <a:xfrm flipV="1">
            <a:off x="1957772" y="5378013"/>
            <a:ext cx="1258291" cy="222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E37A0D6-A5FE-BBFD-F54B-E028AA5A876B}"/>
              </a:ext>
            </a:extLst>
          </p:cNvPr>
          <p:cNvCxnSpPr/>
          <p:nvPr/>
        </p:nvCxnSpPr>
        <p:spPr>
          <a:xfrm flipV="1">
            <a:off x="3216063" y="4530615"/>
            <a:ext cx="1091762" cy="8473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2751EFA-F337-11B7-DD9C-30B788E7B769}"/>
              </a:ext>
            </a:extLst>
          </p:cNvPr>
          <p:cNvCxnSpPr/>
          <p:nvPr/>
        </p:nvCxnSpPr>
        <p:spPr>
          <a:xfrm>
            <a:off x="4302569" y="4037632"/>
            <a:ext cx="0" cy="376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06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11B1-9E02-CF5A-1F7C-9A6952705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841F98F-8025-4875-2BD8-F4BF7F0F678E}"/>
              </a:ext>
            </a:extLst>
          </p:cNvPr>
          <p:cNvSpPr/>
          <p:nvPr/>
        </p:nvSpPr>
        <p:spPr>
          <a:xfrm>
            <a:off x="1320362" y="710071"/>
            <a:ext cx="2073166" cy="19746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AE3E3-AA14-53C7-921C-390A4C1EB643}"/>
              </a:ext>
            </a:extLst>
          </p:cNvPr>
          <p:cNvSpPr txBox="1"/>
          <p:nvPr/>
        </p:nvSpPr>
        <p:spPr>
          <a:xfrm>
            <a:off x="2121143" y="45715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27E71-927A-D105-517E-EF47CB92ABC9}"/>
              </a:ext>
            </a:extLst>
          </p:cNvPr>
          <p:cNvSpPr txBox="1"/>
          <p:nvPr/>
        </p:nvSpPr>
        <p:spPr>
          <a:xfrm>
            <a:off x="3390460" y="2421671"/>
            <a:ext cx="31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9BCC6-5C11-1305-2C0C-D7A6D8F414F2}"/>
              </a:ext>
            </a:extLst>
          </p:cNvPr>
          <p:cNvSpPr txBox="1"/>
          <p:nvPr/>
        </p:nvSpPr>
        <p:spPr>
          <a:xfrm>
            <a:off x="3390460" y="677883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CC64EC-0F64-C34B-2D40-1011B1EEC7E5}"/>
              </a:ext>
            </a:extLst>
          </p:cNvPr>
          <p:cNvSpPr/>
          <p:nvPr/>
        </p:nvSpPr>
        <p:spPr>
          <a:xfrm>
            <a:off x="2241988" y="489354"/>
            <a:ext cx="201010" cy="4926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D7519-A78A-3342-1248-E74E83C30295}"/>
              </a:ext>
            </a:extLst>
          </p:cNvPr>
          <p:cNvSpPr/>
          <p:nvPr/>
        </p:nvSpPr>
        <p:spPr>
          <a:xfrm rot="8100000">
            <a:off x="3115558" y="2114747"/>
            <a:ext cx="201010" cy="49267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0B8977-47EC-30AD-9DFE-3C4BD4A34677}"/>
              </a:ext>
            </a:extLst>
          </p:cNvPr>
          <p:cNvCxnSpPr/>
          <p:nvPr/>
        </p:nvCxnSpPr>
        <p:spPr>
          <a:xfrm>
            <a:off x="1726323" y="3215543"/>
            <a:ext cx="0" cy="2932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E193C2-3CFC-3557-0B15-3DD19FA831EA}"/>
              </a:ext>
            </a:extLst>
          </p:cNvPr>
          <p:cNvCxnSpPr/>
          <p:nvPr/>
        </p:nvCxnSpPr>
        <p:spPr>
          <a:xfrm>
            <a:off x="1359776" y="4488609"/>
            <a:ext cx="501343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09C3D9-187E-138E-3149-2BF559576A89}"/>
              </a:ext>
            </a:extLst>
          </p:cNvPr>
          <p:cNvSpPr txBox="1"/>
          <p:nvPr/>
        </p:nvSpPr>
        <p:spPr>
          <a:xfrm>
            <a:off x="5510047" y="1466193"/>
            <a:ext cx="545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Leaky Integrate and Fire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BA0948-93B5-13DE-493A-277529AB8DF5}"/>
              </a:ext>
            </a:extLst>
          </p:cNvPr>
          <p:cNvCxnSpPr/>
          <p:nvPr/>
        </p:nvCxnSpPr>
        <p:spPr>
          <a:xfrm>
            <a:off x="6444155" y="2849617"/>
            <a:ext cx="50449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4B9AAE-07B8-3282-E519-3DF282BA5909}"/>
              </a:ext>
            </a:extLst>
          </p:cNvPr>
          <p:cNvCxnSpPr/>
          <p:nvPr/>
        </p:nvCxnSpPr>
        <p:spPr>
          <a:xfrm>
            <a:off x="6976241" y="2554014"/>
            <a:ext cx="0" cy="661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B5CD61-837E-46D6-F757-BE9D23972AE4}"/>
              </a:ext>
            </a:extLst>
          </p:cNvPr>
          <p:cNvCxnSpPr/>
          <p:nvPr/>
        </p:nvCxnSpPr>
        <p:spPr>
          <a:xfrm>
            <a:off x="6976241" y="3463159"/>
            <a:ext cx="0" cy="661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13F10C4-9CCA-6A9A-4CD8-7B240D5E7DFC}"/>
              </a:ext>
            </a:extLst>
          </p:cNvPr>
          <p:cNvCxnSpPr/>
          <p:nvPr/>
        </p:nvCxnSpPr>
        <p:spPr>
          <a:xfrm>
            <a:off x="6720052" y="3215543"/>
            <a:ext cx="532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1D70D3-C459-7B4C-BCC4-6E9C612A041C}"/>
              </a:ext>
            </a:extLst>
          </p:cNvPr>
          <p:cNvCxnSpPr/>
          <p:nvPr/>
        </p:nvCxnSpPr>
        <p:spPr>
          <a:xfrm>
            <a:off x="6708228" y="3429000"/>
            <a:ext cx="532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EBC2EA-A845-BD37-6C32-6F8E45FADB55}"/>
              </a:ext>
            </a:extLst>
          </p:cNvPr>
          <p:cNvCxnSpPr/>
          <p:nvPr/>
        </p:nvCxnSpPr>
        <p:spPr>
          <a:xfrm>
            <a:off x="7851228" y="2506717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EDD764-CE26-AC63-9294-42FCC24EB18C}"/>
              </a:ext>
            </a:extLst>
          </p:cNvPr>
          <p:cNvCxnSpPr/>
          <p:nvPr/>
        </p:nvCxnSpPr>
        <p:spPr>
          <a:xfrm flipH="1">
            <a:off x="7721162" y="3082159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33ABA8C-CEBF-1C6B-9394-8EEA0A28DE19}"/>
              </a:ext>
            </a:extLst>
          </p:cNvPr>
          <p:cNvCxnSpPr/>
          <p:nvPr/>
        </p:nvCxnSpPr>
        <p:spPr>
          <a:xfrm flipH="1">
            <a:off x="7784224" y="3215543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37A56A-0F7D-10F2-89FC-9022DAD3763E}"/>
              </a:ext>
            </a:extLst>
          </p:cNvPr>
          <p:cNvCxnSpPr/>
          <p:nvPr/>
        </p:nvCxnSpPr>
        <p:spPr>
          <a:xfrm flipH="1">
            <a:off x="7784224" y="3381392"/>
            <a:ext cx="130066" cy="133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E29EAB2-B08F-1E18-745C-285DE152540A}"/>
              </a:ext>
            </a:extLst>
          </p:cNvPr>
          <p:cNvCxnSpPr/>
          <p:nvPr/>
        </p:nvCxnSpPr>
        <p:spPr>
          <a:xfrm>
            <a:off x="7851228" y="3549246"/>
            <a:ext cx="0" cy="575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EBA5759-7EE6-0954-34C2-BC647C83BCE9}"/>
              </a:ext>
            </a:extLst>
          </p:cNvPr>
          <p:cNvSpPr/>
          <p:nvPr/>
        </p:nvSpPr>
        <p:spPr>
          <a:xfrm>
            <a:off x="4517650" y="2237044"/>
            <a:ext cx="633939" cy="6339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9A0AE1-E730-CA60-C5AE-C804A3F99EDC}"/>
              </a:ext>
            </a:extLst>
          </p:cNvPr>
          <p:cNvCxnSpPr/>
          <p:nvPr/>
        </p:nvCxnSpPr>
        <p:spPr>
          <a:xfrm>
            <a:off x="5010961" y="2189748"/>
            <a:ext cx="13873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62D7E2-A2A7-C679-5297-B66D97F2C33A}"/>
              </a:ext>
            </a:extLst>
          </p:cNvPr>
          <p:cNvCxnSpPr/>
          <p:nvPr/>
        </p:nvCxnSpPr>
        <p:spPr>
          <a:xfrm>
            <a:off x="6432225" y="2161846"/>
            <a:ext cx="0" cy="98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855EE25-A9EF-776B-649B-160374D57BF9}"/>
              </a:ext>
            </a:extLst>
          </p:cNvPr>
          <p:cNvSpPr txBox="1"/>
          <p:nvPr/>
        </p:nvSpPr>
        <p:spPr>
          <a:xfrm>
            <a:off x="5485504" y="234709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6D6A40-73C7-4F51-01EB-184978045C35}"/>
              </a:ext>
            </a:extLst>
          </p:cNvPr>
          <p:cNvCxnSpPr/>
          <p:nvPr/>
        </p:nvCxnSpPr>
        <p:spPr>
          <a:xfrm flipV="1">
            <a:off x="1773621" y="4867603"/>
            <a:ext cx="654269" cy="6542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6F56B1F-3732-0D15-191F-C6549BD47359}"/>
              </a:ext>
            </a:extLst>
          </p:cNvPr>
          <p:cNvSpPr/>
          <p:nvPr/>
        </p:nvSpPr>
        <p:spPr>
          <a:xfrm>
            <a:off x="2447597" y="4859721"/>
            <a:ext cx="1040524" cy="725213"/>
          </a:xfrm>
          <a:custGeom>
            <a:avLst/>
            <a:gdLst>
              <a:gd name="csX0" fmla="*/ 0 w 1040524"/>
              <a:gd name="csY0" fmla="*/ 0 h 725213"/>
              <a:gd name="csX1" fmla="*/ 23648 w 1040524"/>
              <a:gd name="csY1" fmla="*/ 11824 h 725213"/>
              <a:gd name="csX2" fmla="*/ 70944 w 1040524"/>
              <a:gd name="csY2" fmla="*/ 90651 h 725213"/>
              <a:gd name="csX3" fmla="*/ 98534 w 1040524"/>
              <a:gd name="csY3" fmla="*/ 118241 h 725213"/>
              <a:gd name="csX4" fmla="*/ 145831 w 1040524"/>
              <a:gd name="csY4" fmla="*/ 173420 h 725213"/>
              <a:gd name="csX5" fmla="*/ 173420 w 1040524"/>
              <a:gd name="csY5" fmla="*/ 220717 h 725213"/>
              <a:gd name="csX6" fmla="*/ 185244 w 1040524"/>
              <a:gd name="csY6" fmla="*/ 236482 h 725213"/>
              <a:gd name="csX7" fmla="*/ 212834 w 1040524"/>
              <a:gd name="csY7" fmla="*/ 279838 h 725213"/>
              <a:gd name="csX8" fmla="*/ 275896 w 1040524"/>
              <a:gd name="csY8" fmla="*/ 362607 h 725213"/>
              <a:gd name="csX9" fmla="*/ 299544 w 1040524"/>
              <a:gd name="csY9" fmla="*/ 390196 h 725213"/>
              <a:gd name="csX10" fmla="*/ 362606 w 1040524"/>
              <a:gd name="csY10" fmla="*/ 488731 h 725213"/>
              <a:gd name="csX11" fmla="*/ 390196 w 1040524"/>
              <a:gd name="csY11" fmla="*/ 516320 h 725213"/>
              <a:gd name="csX12" fmla="*/ 405962 w 1040524"/>
              <a:gd name="csY12" fmla="*/ 536027 h 725213"/>
              <a:gd name="csX13" fmla="*/ 437493 w 1040524"/>
              <a:gd name="csY13" fmla="*/ 559676 h 725213"/>
              <a:gd name="csX14" fmla="*/ 445375 w 1040524"/>
              <a:gd name="csY14" fmla="*/ 571500 h 725213"/>
              <a:gd name="csX15" fmla="*/ 508437 w 1040524"/>
              <a:gd name="csY15" fmla="*/ 599089 h 725213"/>
              <a:gd name="csX16" fmla="*/ 567558 w 1040524"/>
              <a:gd name="csY16" fmla="*/ 634562 h 725213"/>
              <a:gd name="csX17" fmla="*/ 646386 w 1040524"/>
              <a:gd name="csY17" fmla="*/ 666093 h 725213"/>
              <a:gd name="csX18" fmla="*/ 673975 w 1040524"/>
              <a:gd name="csY18" fmla="*/ 677917 h 725213"/>
              <a:gd name="csX19" fmla="*/ 717331 w 1040524"/>
              <a:gd name="csY19" fmla="*/ 689741 h 725213"/>
              <a:gd name="csX20" fmla="*/ 792217 w 1040524"/>
              <a:gd name="csY20" fmla="*/ 709448 h 725213"/>
              <a:gd name="csX21" fmla="*/ 886810 w 1040524"/>
              <a:gd name="csY21" fmla="*/ 717331 h 725213"/>
              <a:gd name="csX22" fmla="*/ 1001110 w 1040524"/>
              <a:gd name="csY22" fmla="*/ 725213 h 725213"/>
              <a:gd name="csX23" fmla="*/ 1040524 w 1040524"/>
              <a:gd name="csY23" fmla="*/ 721272 h 725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040524" h="725213">
                <a:moveTo>
                  <a:pt x="0" y="0"/>
                </a:moveTo>
                <a:cubicBezTo>
                  <a:pt x="7883" y="3941"/>
                  <a:pt x="17416" y="5592"/>
                  <a:pt x="23648" y="11824"/>
                </a:cubicBezTo>
                <a:cubicBezTo>
                  <a:pt x="86142" y="74318"/>
                  <a:pt x="31012" y="32569"/>
                  <a:pt x="70944" y="90651"/>
                </a:cubicBezTo>
                <a:cubicBezTo>
                  <a:pt x="78312" y="101369"/>
                  <a:pt x="91320" y="107419"/>
                  <a:pt x="98534" y="118241"/>
                </a:cubicBezTo>
                <a:cubicBezTo>
                  <a:pt x="127874" y="162251"/>
                  <a:pt x="111265" y="144616"/>
                  <a:pt x="145831" y="173420"/>
                </a:cubicBezTo>
                <a:cubicBezTo>
                  <a:pt x="159489" y="200738"/>
                  <a:pt x="155349" y="194901"/>
                  <a:pt x="173420" y="220717"/>
                </a:cubicBezTo>
                <a:cubicBezTo>
                  <a:pt x="177187" y="226098"/>
                  <a:pt x="182130" y="230698"/>
                  <a:pt x="185244" y="236482"/>
                </a:cubicBezTo>
                <a:cubicBezTo>
                  <a:pt x="208772" y="280176"/>
                  <a:pt x="188107" y="263352"/>
                  <a:pt x="212834" y="279838"/>
                </a:cubicBezTo>
                <a:cubicBezTo>
                  <a:pt x="236413" y="326996"/>
                  <a:pt x="218612" y="296279"/>
                  <a:pt x="275896" y="362607"/>
                </a:cubicBezTo>
                <a:cubicBezTo>
                  <a:pt x="283813" y="371774"/>
                  <a:pt x="293535" y="379680"/>
                  <a:pt x="299544" y="390196"/>
                </a:cubicBezTo>
                <a:cubicBezTo>
                  <a:pt x="316199" y="419342"/>
                  <a:pt x="344886" y="471012"/>
                  <a:pt x="362606" y="488731"/>
                </a:cubicBezTo>
                <a:cubicBezTo>
                  <a:pt x="371803" y="497927"/>
                  <a:pt x="381408" y="506733"/>
                  <a:pt x="390196" y="516320"/>
                </a:cubicBezTo>
                <a:cubicBezTo>
                  <a:pt x="395881" y="522521"/>
                  <a:pt x="399761" y="530342"/>
                  <a:pt x="405962" y="536027"/>
                </a:cubicBezTo>
                <a:cubicBezTo>
                  <a:pt x="415647" y="544905"/>
                  <a:pt x="426983" y="551793"/>
                  <a:pt x="437493" y="559676"/>
                </a:cubicBezTo>
                <a:cubicBezTo>
                  <a:pt x="440120" y="563617"/>
                  <a:pt x="441586" y="568658"/>
                  <a:pt x="445375" y="571500"/>
                </a:cubicBezTo>
                <a:cubicBezTo>
                  <a:pt x="457683" y="580731"/>
                  <a:pt x="499367" y="594373"/>
                  <a:pt x="508437" y="599089"/>
                </a:cubicBezTo>
                <a:cubicBezTo>
                  <a:pt x="528827" y="609692"/>
                  <a:pt x="546108" y="626312"/>
                  <a:pt x="567558" y="634562"/>
                </a:cubicBezTo>
                <a:cubicBezTo>
                  <a:pt x="628120" y="657855"/>
                  <a:pt x="601984" y="647064"/>
                  <a:pt x="646386" y="666093"/>
                </a:cubicBezTo>
                <a:cubicBezTo>
                  <a:pt x="655582" y="670034"/>
                  <a:pt x="664322" y="675284"/>
                  <a:pt x="673975" y="677917"/>
                </a:cubicBezTo>
                <a:lnTo>
                  <a:pt x="717331" y="689741"/>
                </a:lnTo>
                <a:cubicBezTo>
                  <a:pt x="744271" y="697438"/>
                  <a:pt x="764615" y="705308"/>
                  <a:pt x="792217" y="709448"/>
                </a:cubicBezTo>
                <a:cubicBezTo>
                  <a:pt x="803289" y="711109"/>
                  <a:pt x="879350" y="716798"/>
                  <a:pt x="886810" y="717331"/>
                </a:cubicBezTo>
                <a:lnTo>
                  <a:pt x="1001110" y="725213"/>
                </a:lnTo>
                <a:lnTo>
                  <a:pt x="1040524" y="72127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F565161-E781-6111-B547-75612A91B2CA}"/>
              </a:ext>
            </a:extLst>
          </p:cNvPr>
          <p:cNvSpPr/>
          <p:nvPr/>
        </p:nvSpPr>
        <p:spPr>
          <a:xfrm>
            <a:off x="3515710" y="5561286"/>
            <a:ext cx="701566" cy="19707"/>
          </a:xfrm>
          <a:custGeom>
            <a:avLst/>
            <a:gdLst>
              <a:gd name="csX0" fmla="*/ 0 w 701566"/>
              <a:gd name="csY0" fmla="*/ 0 h 19707"/>
              <a:gd name="csX1" fmla="*/ 323193 w 701566"/>
              <a:gd name="csY1" fmla="*/ 11824 h 19707"/>
              <a:gd name="csX2" fmla="*/ 386256 w 701566"/>
              <a:gd name="csY2" fmla="*/ 19707 h 19707"/>
              <a:gd name="csX3" fmla="*/ 701566 w 701566"/>
              <a:gd name="csY3" fmla="*/ 15766 h 197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1566" h="19707">
                <a:moveTo>
                  <a:pt x="0" y="0"/>
                </a:moveTo>
                <a:cubicBezTo>
                  <a:pt x="3237" y="95"/>
                  <a:pt x="237295" y="3234"/>
                  <a:pt x="323193" y="11824"/>
                </a:cubicBezTo>
                <a:cubicBezTo>
                  <a:pt x="344272" y="13932"/>
                  <a:pt x="365235" y="17079"/>
                  <a:pt x="386256" y="19707"/>
                </a:cubicBezTo>
                <a:cubicBezTo>
                  <a:pt x="588559" y="14240"/>
                  <a:pt x="483459" y="15766"/>
                  <a:pt x="701566" y="1576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82356C-0844-5ACD-ADC5-3CA878CCA0B6}"/>
              </a:ext>
            </a:extLst>
          </p:cNvPr>
          <p:cNvCxnSpPr>
            <a:cxnSpLocks/>
          </p:cNvCxnSpPr>
          <p:nvPr/>
        </p:nvCxnSpPr>
        <p:spPr>
          <a:xfrm flipV="1">
            <a:off x="4180350" y="4491719"/>
            <a:ext cx="1089274" cy="1089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85F6F82-7FBD-2A08-61E1-3A36CE956926}"/>
              </a:ext>
            </a:extLst>
          </p:cNvPr>
          <p:cNvCxnSpPr/>
          <p:nvPr/>
        </p:nvCxnSpPr>
        <p:spPr>
          <a:xfrm>
            <a:off x="5309038" y="4047797"/>
            <a:ext cx="0" cy="224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ABB305E-5D88-0836-D0AC-BE95236B7868}"/>
              </a:ext>
            </a:extLst>
          </p:cNvPr>
          <p:cNvCxnSpPr>
            <a:cxnSpLocks/>
          </p:cNvCxnSpPr>
          <p:nvPr/>
        </p:nvCxnSpPr>
        <p:spPr>
          <a:xfrm>
            <a:off x="5309038" y="5669552"/>
            <a:ext cx="11666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893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154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Iyad Obeid</dc:creator>
  <cp:lastModifiedBy>Iyad Obeid</cp:lastModifiedBy>
  <cp:revision>1</cp:revision>
  <dcterms:created xsi:type="dcterms:W3CDTF">2026-06-11T17:32:22Z</dcterms:created>
  <dcterms:modified xsi:type="dcterms:W3CDTF">2026-06-11T18:34:07Z</dcterms:modified>
</cp:coreProperties>
</file>